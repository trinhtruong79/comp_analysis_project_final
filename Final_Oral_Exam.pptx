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29"/>
  </p:notesMasterIdLst>
  <p:handoutMasterIdLst>
    <p:handoutMasterId r:id="rId30"/>
  </p:handoutMasterIdLst>
  <p:sldIdLst>
    <p:sldId id="349" r:id="rId2"/>
    <p:sldId id="357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ide" id="{FB54BD7F-EC13-BC4F-BFB1-B640C54AEED5}">
          <p14:sldIdLst>
            <p14:sldId id="349"/>
          </p14:sldIdLst>
        </p14:section>
        <p14:section name="Section Slides" id="{3F049B5B-1EEF-2D40-9C9F-AB1E42C012EE}">
          <p14:sldIdLst/>
        </p14:section>
        <p14:section name="Content Slides" id="{835124B9-8DE6-8342-B908-164D85DF03A7}">
          <p14:sldIdLst>
            <p14:sldId id="357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</p14:sldIdLst>
        </p14:section>
        <p14:section name="End Slides" id="{DCA89866-6D03-2347-8548-A88DD5D9D98E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71C5E8"/>
    <a:srgbClr val="141B4D"/>
    <a:srgbClr val="003594"/>
    <a:srgbClr val="0081A6"/>
    <a:srgbClr val="008264"/>
    <a:srgbClr val="B58500"/>
    <a:srgbClr val="A4D65E"/>
    <a:srgbClr val="E87722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DF180C-E239-40BE-BAE9-774932EC1A6F}" v="230" dt="2026-05-01T03:23:51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6247" autoAdjust="0"/>
  </p:normalViewPr>
  <p:slideViewPr>
    <p:cSldViewPr snapToGrid="0">
      <p:cViewPr varScale="1">
        <p:scale>
          <a:sx n="104" d="100"/>
          <a:sy n="104" d="100"/>
        </p:scale>
        <p:origin x="114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ong, Trinh" userId="ec89860f-cffb-47f9-b014-0b74e8c74a11" providerId="ADAL" clId="{23E1F7E8-6C26-4AA5-9663-30F80110B08F}"/>
    <pc:docChg chg="undo custSel addSld delSld modSld modMainMaster modSection">
      <pc:chgData name="Truong, Trinh" userId="ec89860f-cffb-47f9-b014-0b74e8c74a11" providerId="ADAL" clId="{23E1F7E8-6C26-4AA5-9663-30F80110B08F}" dt="2026-05-01T03:31:36.137" v="4552" actId="207"/>
      <pc:docMkLst>
        <pc:docMk/>
      </pc:docMkLst>
      <pc:sldChg chg="addSp delSp modSp mod">
        <pc:chgData name="Truong, Trinh" userId="ec89860f-cffb-47f9-b014-0b74e8c74a11" providerId="ADAL" clId="{23E1F7E8-6C26-4AA5-9663-30F80110B08F}" dt="2026-05-01T03:24:30.779" v="4539" actId="5793"/>
        <pc:sldMkLst>
          <pc:docMk/>
          <pc:sldMk cId="2422673736" sldId="349"/>
        </pc:sldMkLst>
        <pc:spChg chg="mod">
          <ac:chgData name="Truong, Trinh" userId="ec89860f-cffb-47f9-b014-0b74e8c74a11" providerId="ADAL" clId="{23E1F7E8-6C26-4AA5-9663-30F80110B08F}" dt="2026-05-01T03:24:30.779" v="4539" actId="5793"/>
          <ac:spMkLst>
            <pc:docMk/>
            <pc:sldMk cId="2422673736" sldId="349"/>
            <ac:spMk id="2" creationId="{598FC6B3-6436-7E8E-EEE5-A09CC7808D91}"/>
          </ac:spMkLst>
        </pc:spChg>
        <pc:spChg chg="mod">
          <ac:chgData name="Truong, Trinh" userId="ec89860f-cffb-47f9-b014-0b74e8c74a11" providerId="ADAL" clId="{23E1F7E8-6C26-4AA5-9663-30F80110B08F}" dt="2026-04-30T18:38:38.230" v="270" actId="20577"/>
          <ac:spMkLst>
            <pc:docMk/>
            <pc:sldMk cId="2422673736" sldId="349"/>
            <ac:spMk id="3" creationId="{9597E11F-7750-0CAC-C23A-17165A2DAA2C}"/>
          </ac:spMkLst>
        </pc:spChg>
        <pc:spChg chg="mod">
          <ac:chgData name="Truong, Trinh" userId="ec89860f-cffb-47f9-b014-0b74e8c74a11" providerId="ADAL" clId="{23E1F7E8-6C26-4AA5-9663-30F80110B08F}" dt="2026-04-30T18:38:51.760" v="275" actId="404"/>
          <ac:spMkLst>
            <pc:docMk/>
            <pc:sldMk cId="2422673736" sldId="349"/>
            <ac:spMk id="4" creationId="{74696B48-68A0-470A-8361-79BDA5BA10AC}"/>
          </ac:spMkLst>
        </pc:spChg>
        <pc:spChg chg="mod">
          <ac:chgData name="Truong, Trinh" userId="ec89860f-cffb-47f9-b014-0b74e8c74a11" providerId="ADAL" clId="{23E1F7E8-6C26-4AA5-9663-30F80110B08F}" dt="2026-04-30T18:38:54.929" v="276" actId="1076"/>
          <ac:spMkLst>
            <pc:docMk/>
            <pc:sldMk cId="2422673736" sldId="349"/>
            <ac:spMk id="5" creationId="{F3E52DB9-901C-8832-D23C-1881264B5426}"/>
          </ac:spMkLst>
        </pc:spChg>
        <pc:graphicFrameChg chg="add del mod">
          <ac:chgData name="Truong, Trinh" userId="ec89860f-cffb-47f9-b014-0b74e8c74a11" providerId="ADAL" clId="{23E1F7E8-6C26-4AA5-9663-30F80110B08F}" dt="2026-04-30T18:37:57.508" v="210"/>
          <ac:graphicFrameMkLst>
            <pc:docMk/>
            <pc:sldMk cId="2422673736" sldId="349"/>
            <ac:graphicFrameMk id="7" creationId="{BDC55357-C63D-D24A-7AA8-E5479C3671A2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8:38:13.549" v="222"/>
          <ac:graphicFrameMkLst>
            <pc:docMk/>
            <pc:sldMk cId="2422673736" sldId="349"/>
            <ac:graphicFrameMk id="8" creationId="{D8F40086-262C-A44B-182D-4518B5A8B6D8}"/>
          </ac:graphicFrameMkLst>
        </pc:graphicFrameChg>
      </pc:sldChg>
      <pc:sldChg chg="del">
        <pc:chgData name="Truong, Trinh" userId="ec89860f-cffb-47f9-b014-0b74e8c74a11" providerId="ADAL" clId="{23E1F7E8-6C26-4AA5-9663-30F80110B08F}" dt="2026-04-30T18:39:34.983" v="279" actId="47"/>
        <pc:sldMkLst>
          <pc:docMk/>
          <pc:sldMk cId="3422432773" sldId="350"/>
        </pc:sldMkLst>
      </pc:sldChg>
      <pc:sldChg chg="modSp mod">
        <pc:chgData name="Truong, Trinh" userId="ec89860f-cffb-47f9-b014-0b74e8c74a11" providerId="ADAL" clId="{23E1F7E8-6C26-4AA5-9663-30F80110B08F}" dt="2026-04-30T18:45:19.582" v="443" actId="113"/>
        <pc:sldMkLst>
          <pc:docMk/>
          <pc:sldMk cId="852523260" sldId="357"/>
        </pc:sldMkLst>
        <pc:spChg chg="mod">
          <ac:chgData name="Truong, Trinh" userId="ec89860f-cffb-47f9-b014-0b74e8c74a11" providerId="ADAL" clId="{23E1F7E8-6C26-4AA5-9663-30F80110B08F}" dt="2026-04-30T18:40:51.099" v="301"/>
          <ac:spMkLst>
            <pc:docMk/>
            <pc:sldMk cId="852523260" sldId="357"/>
            <ac:spMk id="2" creationId="{A9F1D87A-7381-8C67-3AE3-ADB0E028D053}"/>
          </ac:spMkLst>
        </pc:spChg>
        <pc:spChg chg="mod">
          <ac:chgData name="Truong, Trinh" userId="ec89860f-cffb-47f9-b014-0b74e8c74a11" providerId="ADAL" clId="{23E1F7E8-6C26-4AA5-9663-30F80110B08F}" dt="2026-04-30T18:45:19.582" v="443" actId="113"/>
          <ac:spMkLst>
            <pc:docMk/>
            <pc:sldMk cId="852523260" sldId="357"/>
            <ac:spMk id="4" creationId="{A05AB2BE-0425-10C1-3356-BDCEFA67CD75}"/>
          </ac:spMkLst>
        </pc:spChg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3848777021" sldId="359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1221826711" sldId="360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1791625458" sldId="361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3509269787" sldId="362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3959955389" sldId="363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1227503832" sldId="364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703847010" sldId="365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208729344" sldId="366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3331403608" sldId="367"/>
        </pc:sldMkLst>
      </pc:sldChg>
      <pc:sldChg chg="modSp del mod">
        <pc:chgData name="Truong, Trinh" userId="ec89860f-cffb-47f9-b014-0b74e8c74a11" providerId="ADAL" clId="{23E1F7E8-6C26-4AA5-9663-30F80110B08F}" dt="2026-05-01T03:24:16.779" v="4532" actId="47"/>
        <pc:sldMkLst>
          <pc:docMk/>
          <pc:sldMk cId="3922461122" sldId="369"/>
        </pc:sldMkLst>
        <pc:spChg chg="mod">
          <ac:chgData name="Truong, Trinh" userId="ec89860f-cffb-47f9-b014-0b74e8c74a11" providerId="ADAL" clId="{23E1F7E8-6C26-4AA5-9663-30F80110B08F}" dt="2026-04-30T18:44:33.003" v="404" actId="27636"/>
          <ac:spMkLst>
            <pc:docMk/>
            <pc:sldMk cId="3922461122" sldId="369"/>
            <ac:spMk id="2" creationId="{30E8FC3E-3B37-77A2-8293-525F1A647EE6}"/>
          </ac:spMkLst>
        </pc:spChg>
        <pc:spChg chg="mod">
          <ac:chgData name="Truong, Trinh" userId="ec89860f-cffb-47f9-b014-0b74e8c74a11" providerId="ADAL" clId="{23E1F7E8-6C26-4AA5-9663-30F80110B08F}" dt="2026-04-30T18:44:19.682" v="398" actId="27636"/>
          <ac:spMkLst>
            <pc:docMk/>
            <pc:sldMk cId="3922461122" sldId="369"/>
            <ac:spMk id="3" creationId="{DF3B3E50-16CF-8114-A422-1A6EBB73BCE6}"/>
          </ac:spMkLst>
        </pc:spChg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1580831170" sldId="370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3127919910" sldId="371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2796877433" sldId="372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3833337096" sldId="373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1574126403" sldId="374"/>
        </pc:sldMkLst>
      </pc:sldChg>
      <pc:sldChg chg="del">
        <pc:chgData name="Truong, Trinh" userId="ec89860f-cffb-47f9-b014-0b74e8c74a11" providerId="ADAL" clId="{23E1F7E8-6C26-4AA5-9663-30F80110B08F}" dt="2026-04-30T18:39:36.533" v="281" actId="47"/>
        <pc:sldMkLst>
          <pc:docMk/>
          <pc:sldMk cId="578202339" sldId="375"/>
        </pc:sldMkLst>
      </pc:sldChg>
      <pc:sldChg chg="del">
        <pc:chgData name="Truong, Trinh" userId="ec89860f-cffb-47f9-b014-0b74e8c74a11" providerId="ADAL" clId="{23E1F7E8-6C26-4AA5-9663-30F80110B08F}" dt="2026-04-30T18:39:37.330" v="282" actId="47"/>
        <pc:sldMkLst>
          <pc:docMk/>
          <pc:sldMk cId="1033257150" sldId="376"/>
        </pc:sldMkLst>
      </pc:sldChg>
      <pc:sldChg chg="del">
        <pc:chgData name="Truong, Trinh" userId="ec89860f-cffb-47f9-b014-0b74e8c74a11" providerId="ADAL" clId="{23E1F7E8-6C26-4AA5-9663-30F80110B08F}" dt="2026-04-30T18:39:38.093" v="283" actId="47"/>
        <pc:sldMkLst>
          <pc:docMk/>
          <pc:sldMk cId="314303295" sldId="377"/>
        </pc:sldMkLst>
      </pc:sldChg>
      <pc:sldChg chg="del">
        <pc:chgData name="Truong, Trinh" userId="ec89860f-cffb-47f9-b014-0b74e8c74a11" providerId="ADAL" clId="{23E1F7E8-6C26-4AA5-9663-30F80110B08F}" dt="2026-04-30T18:39:39.738" v="285" actId="47"/>
        <pc:sldMkLst>
          <pc:docMk/>
          <pc:sldMk cId="4149802056" sldId="379"/>
        </pc:sldMkLst>
      </pc:sldChg>
      <pc:sldChg chg="del">
        <pc:chgData name="Truong, Trinh" userId="ec89860f-cffb-47f9-b014-0b74e8c74a11" providerId="ADAL" clId="{23E1F7E8-6C26-4AA5-9663-30F80110B08F}" dt="2026-04-30T18:39:35.299" v="280" actId="47"/>
        <pc:sldMkLst>
          <pc:docMk/>
          <pc:sldMk cId="3150467674" sldId="382"/>
        </pc:sldMkLst>
      </pc:sldChg>
      <pc:sldChg chg="del">
        <pc:chgData name="Truong, Trinh" userId="ec89860f-cffb-47f9-b014-0b74e8c74a11" providerId="ADAL" clId="{23E1F7E8-6C26-4AA5-9663-30F80110B08F}" dt="2026-04-30T18:39:38.889" v="284" actId="47"/>
        <pc:sldMkLst>
          <pc:docMk/>
          <pc:sldMk cId="3460258009" sldId="383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236806485" sldId="384"/>
        </pc:sldMkLst>
      </pc:sldChg>
      <pc:sldChg chg="del">
        <pc:chgData name="Truong, Trinh" userId="ec89860f-cffb-47f9-b014-0b74e8c74a11" providerId="ADAL" clId="{23E1F7E8-6C26-4AA5-9663-30F80110B08F}" dt="2026-05-01T03:24:16.779" v="4532" actId="47"/>
        <pc:sldMkLst>
          <pc:docMk/>
          <pc:sldMk cId="1071287256" sldId="385"/>
        </pc:sldMkLst>
      </pc:sldChg>
      <pc:sldChg chg="addSp delSp modSp add mod">
        <pc:chgData name="Truong, Trinh" userId="ec89860f-cffb-47f9-b014-0b74e8c74a11" providerId="ADAL" clId="{23E1F7E8-6C26-4AA5-9663-30F80110B08F}" dt="2026-04-30T19:00:26.539" v="1047" actId="1076"/>
        <pc:sldMkLst>
          <pc:docMk/>
          <pc:sldMk cId="1180180118" sldId="386"/>
        </pc:sldMkLst>
        <pc:spChg chg="del mod">
          <ac:chgData name="Truong, Trinh" userId="ec89860f-cffb-47f9-b014-0b74e8c74a11" providerId="ADAL" clId="{23E1F7E8-6C26-4AA5-9663-30F80110B08F}" dt="2026-04-30T18:44:44.908" v="429" actId="478"/>
          <ac:spMkLst>
            <pc:docMk/>
            <pc:sldMk cId="1180180118" sldId="386"/>
            <ac:spMk id="2" creationId="{9D633E6B-9202-20B4-603B-FEFB22BEC924}"/>
          </ac:spMkLst>
        </pc:spChg>
        <pc:spChg chg="del">
          <ac:chgData name="Truong, Trinh" userId="ec89860f-cffb-47f9-b014-0b74e8c74a11" providerId="ADAL" clId="{23E1F7E8-6C26-4AA5-9663-30F80110B08F}" dt="2026-04-30T18:44:42.225" v="427" actId="478"/>
          <ac:spMkLst>
            <pc:docMk/>
            <pc:sldMk cId="1180180118" sldId="386"/>
            <ac:spMk id="3" creationId="{F53DC9EE-25BC-F19F-7409-F4DDB63FF875}"/>
          </ac:spMkLst>
        </pc:spChg>
        <pc:spChg chg="del">
          <ac:chgData name="Truong, Trinh" userId="ec89860f-cffb-47f9-b014-0b74e8c74a11" providerId="ADAL" clId="{23E1F7E8-6C26-4AA5-9663-30F80110B08F}" dt="2026-04-30T18:44:43.719" v="428" actId="478"/>
          <ac:spMkLst>
            <pc:docMk/>
            <pc:sldMk cId="1180180118" sldId="386"/>
            <ac:spMk id="4" creationId="{D6415511-4EE1-04EB-09C0-96EA64268A72}"/>
          </ac:spMkLst>
        </pc:spChg>
        <pc:spChg chg="add mod">
          <ac:chgData name="Truong, Trinh" userId="ec89860f-cffb-47f9-b014-0b74e8c74a11" providerId="ADAL" clId="{23E1F7E8-6C26-4AA5-9663-30F80110B08F}" dt="2026-04-30T18:45:56.082" v="447" actId="1076"/>
          <ac:spMkLst>
            <pc:docMk/>
            <pc:sldMk cId="1180180118" sldId="386"/>
            <ac:spMk id="6" creationId="{C6159A1F-6B48-8C96-4B17-A49189EFCAE6}"/>
          </ac:spMkLst>
        </pc:spChg>
        <pc:spChg chg="add mod">
          <ac:chgData name="Truong, Trinh" userId="ec89860f-cffb-47f9-b014-0b74e8c74a11" providerId="ADAL" clId="{23E1F7E8-6C26-4AA5-9663-30F80110B08F}" dt="2026-04-30T19:00:26.539" v="1047" actId="1076"/>
          <ac:spMkLst>
            <pc:docMk/>
            <pc:sldMk cId="1180180118" sldId="386"/>
            <ac:spMk id="7" creationId="{A77F3A62-3938-11A7-E949-93A785BD5321}"/>
          </ac:spMkLst>
        </pc:spChg>
        <pc:spChg chg="add mod">
          <ac:chgData name="Truong, Trinh" userId="ec89860f-cffb-47f9-b014-0b74e8c74a11" providerId="ADAL" clId="{23E1F7E8-6C26-4AA5-9663-30F80110B08F}" dt="2026-04-30T19:00:26.539" v="1047" actId="1076"/>
          <ac:spMkLst>
            <pc:docMk/>
            <pc:sldMk cId="1180180118" sldId="386"/>
            <ac:spMk id="8" creationId="{89948657-1922-8D0F-4B3A-DECB99983534}"/>
          </ac:spMkLst>
        </pc:spChg>
        <pc:spChg chg="add mod">
          <ac:chgData name="Truong, Trinh" userId="ec89860f-cffb-47f9-b014-0b74e8c74a11" providerId="ADAL" clId="{23E1F7E8-6C26-4AA5-9663-30F80110B08F}" dt="2026-04-30T19:00:26.539" v="1047" actId="1076"/>
          <ac:spMkLst>
            <pc:docMk/>
            <pc:sldMk cId="1180180118" sldId="386"/>
            <ac:spMk id="9" creationId="{02FF2ADE-2386-018E-C3DB-B07182F30B7F}"/>
          </ac:spMkLst>
        </pc:spChg>
        <pc:spChg chg="add mod">
          <ac:chgData name="Truong, Trinh" userId="ec89860f-cffb-47f9-b014-0b74e8c74a11" providerId="ADAL" clId="{23E1F7E8-6C26-4AA5-9663-30F80110B08F}" dt="2026-04-30T19:00:26.539" v="1047" actId="1076"/>
          <ac:spMkLst>
            <pc:docMk/>
            <pc:sldMk cId="1180180118" sldId="386"/>
            <ac:spMk id="10" creationId="{5A7150E7-B817-276F-FA82-3E0E3C2C024C}"/>
          </ac:spMkLst>
        </pc:spChg>
        <pc:spChg chg="add mod">
          <ac:chgData name="Truong, Trinh" userId="ec89860f-cffb-47f9-b014-0b74e8c74a11" providerId="ADAL" clId="{23E1F7E8-6C26-4AA5-9663-30F80110B08F}" dt="2026-04-30T19:00:26.539" v="1047" actId="1076"/>
          <ac:spMkLst>
            <pc:docMk/>
            <pc:sldMk cId="1180180118" sldId="386"/>
            <ac:spMk id="11" creationId="{2A0E8C52-AFB4-CCC4-9F4D-C50C3E247E33}"/>
          </ac:spMkLst>
        </pc:spChg>
      </pc:sldChg>
      <pc:sldChg chg="addSp delSp modSp add mod">
        <pc:chgData name="Truong, Trinh" userId="ec89860f-cffb-47f9-b014-0b74e8c74a11" providerId="ADAL" clId="{23E1F7E8-6C26-4AA5-9663-30F80110B08F}" dt="2026-04-30T19:03:02.288" v="1083" actId="1076"/>
        <pc:sldMkLst>
          <pc:docMk/>
          <pc:sldMk cId="2494102447" sldId="387"/>
        </pc:sldMkLst>
        <pc:spChg chg="del mod">
          <ac:chgData name="Truong, Trinh" userId="ec89860f-cffb-47f9-b014-0b74e8c74a11" providerId="ADAL" clId="{23E1F7E8-6C26-4AA5-9663-30F80110B08F}" dt="2026-04-30T18:45:37.321" v="446" actId="478"/>
          <ac:spMkLst>
            <pc:docMk/>
            <pc:sldMk cId="2494102447" sldId="387"/>
            <ac:spMk id="2" creationId="{08F7BB2E-DCD9-67C4-A9D4-3CE66FF6E743}"/>
          </ac:spMkLst>
        </pc:spChg>
        <pc:spChg chg="del">
          <ac:chgData name="Truong, Trinh" userId="ec89860f-cffb-47f9-b014-0b74e8c74a11" providerId="ADAL" clId="{23E1F7E8-6C26-4AA5-9663-30F80110B08F}" dt="2026-04-30T18:45:34.984" v="444" actId="478"/>
          <ac:spMkLst>
            <pc:docMk/>
            <pc:sldMk cId="2494102447" sldId="387"/>
            <ac:spMk id="3" creationId="{9E9828F7-CCA3-C5A4-E460-3F71F41C3E20}"/>
          </ac:spMkLst>
        </pc:spChg>
        <pc:spChg chg="del">
          <ac:chgData name="Truong, Trinh" userId="ec89860f-cffb-47f9-b014-0b74e8c74a11" providerId="ADAL" clId="{23E1F7E8-6C26-4AA5-9663-30F80110B08F}" dt="2026-04-30T18:45:36.140" v="445" actId="478"/>
          <ac:spMkLst>
            <pc:docMk/>
            <pc:sldMk cId="2494102447" sldId="387"/>
            <ac:spMk id="4" creationId="{0A37ABE8-3293-C1DF-7A52-A6CAC38274AC}"/>
          </ac:spMkLst>
        </pc:spChg>
        <pc:spChg chg="add mod">
          <ac:chgData name="Truong, Trinh" userId="ec89860f-cffb-47f9-b014-0b74e8c74a11" providerId="ADAL" clId="{23E1F7E8-6C26-4AA5-9663-30F80110B08F}" dt="2026-04-30T19:00:54.687" v="1064" actId="1076"/>
          <ac:spMkLst>
            <pc:docMk/>
            <pc:sldMk cId="2494102447" sldId="387"/>
            <ac:spMk id="6" creationId="{1DD52838-0A0E-E030-5D30-9B62FA36EC26}"/>
          </ac:spMkLst>
        </pc:spChg>
        <pc:graphicFrameChg chg="add del mod">
          <ac:chgData name="Truong, Trinh" userId="ec89860f-cffb-47f9-b014-0b74e8c74a11" providerId="ADAL" clId="{23E1F7E8-6C26-4AA5-9663-30F80110B08F}" dt="2026-04-30T19:01:34.215" v="1067"/>
          <ac:graphicFrameMkLst>
            <pc:docMk/>
            <pc:sldMk cId="2494102447" sldId="387"/>
            <ac:graphicFrameMk id="7" creationId="{AD29C65C-C982-B5AB-A834-D1E09A79E34B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4-30T19:03:02.288" v="1083" actId="1076"/>
          <ac:graphicFrameMkLst>
            <pc:docMk/>
            <pc:sldMk cId="2494102447" sldId="387"/>
            <ac:graphicFrameMk id="8" creationId="{17473687-73E8-2A50-8394-915FEC1A4CFB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4-30T19:06:49.585" v="1159" actId="1076"/>
        <pc:sldMkLst>
          <pc:docMk/>
          <pc:sldMk cId="1396931902" sldId="388"/>
        </pc:sldMkLst>
        <pc:spChg chg="del mod">
          <ac:chgData name="Truong, Trinh" userId="ec89860f-cffb-47f9-b014-0b74e8c74a11" providerId="ADAL" clId="{23E1F7E8-6C26-4AA5-9663-30F80110B08F}" dt="2026-04-30T19:03:33.866" v="1086" actId="478"/>
          <ac:spMkLst>
            <pc:docMk/>
            <pc:sldMk cId="1396931902" sldId="388"/>
            <ac:spMk id="2" creationId="{C48EA67E-F20C-2546-C38C-A67F3790DAF7}"/>
          </ac:spMkLst>
        </pc:spChg>
        <pc:spChg chg="del">
          <ac:chgData name="Truong, Trinh" userId="ec89860f-cffb-47f9-b014-0b74e8c74a11" providerId="ADAL" clId="{23E1F7E8-6C26-4AA5-9663-30F80110B08F}" dt="2026-04-30T19:03:31.494" v="1084" actId="478"/>
          <ac:spMkLst>
            <pc:docMk/>
            <pc:sldMk cId="1396931902" sldId="388"/>
            <ac:spMk id="3" creationId="{779183DF-6649-FF09-34D5-7006298004EF}"/>
          </ac:spMkLst>
        </pc:spChg>
        <pc:spChg chg="del">
          <ac:chgData name="Truong, Trinh" userId="ec89860f-cffb-47f9-b014-0b74e8c74a11" providerId="ADAL" clId="{23E1F7E8-6C26-4AA5-9663-30F80110B08F}" dt="2026-04-30T19:03:32.592" v="1085" actId="478"/>
          <ac:spMkLst>
            <pc:docMk/>
            <pc:sldMk cId="1396931902" sldId="388"/>
            <ac:spMk id="4" creationId="{784F5FA4-FF21-292C-BD12-C84940F8A112}"/>
          </ac:spMkLst>
        </pc:spChg>
        <pc:spChg chg="add mod">
          <ac:chgData name="Truong, Trinh" userId="ec89860f-cffb-47f9-b014-0b74e8c74a11" providerId="ADAL" clId="{23E1F7E8-6C26-4AA5-9663-30F80110B08F}" dt="2026-04-30T19:03:38.008" v="1088" actId="767"/>
          <ac:spMkLst>
            <pc:docMk/>
            <pc:sldMk cId="1396931902" sldId="388"/>
            <ac:spMk id="6" creationId="{FBC28A9C-036F-F833-C805-D1D38E3A85A5}"/>
          </ac:spMkLst>
        </pc:spChg>
        <pc:spChg chg="add mod">
          <ac:chgData name="Truong, Trinh" userId="ec89860f-cffb-47f9-b014-0b74e8c74a11" providerId="ADAL" clId="{23E1F7E8-6C26-4AA5-9663-30F80110B08F}" dt="2026-04-30T19:03:55.648" v="1108" actId="1076"/>
          <ac:spMkLst>
            <pc:docMk/>
            <pc:sldMk cId="1396931902" sldId="388"/>
            <ac:spMk id="7" creationId="{318069AB-4058-785A-42AD-25FC578EC081}"/>
          </ac:spMkLst>
        </pc:spChg>
        <pc:spChg chg="add mod">
          <ac:chgData name="Truong, Trinh" userId="ec89860f-cffb-47f9-b014-0b74e8c74a11" providerId="ADAL" clId="{23E1F7E8-6C26-4AA5-9663-30F80110B08F}" dt="2026-04-30T19:04:34.691" v="1125" actId="207"/>
          <ac:spMkLst>
            <pc:docMk/>
            <pc:sldMk cId="1396931902" sldId="388"/>
            <ac:spMk id="8" creationId="{299D12E2-A4FB-A9E8-FC56-707F3A70B9A6}"/>
          </ac:spMkLst>
        </pc:spChg>
        <pc:spChg chg="add mod">
          <ac:chgData name="Truong, Trinh" userId="ec89860f-cffb-47f9-b014-0b74e8c74a11" providerId="ADAL" clId="{23E1F7E8-6C26-4AA5-9663-30F80110B08F}" dt="2026-04-30T19:06:49.585" v="1159" actId="1076"/>
          <ac:spMkLst>
            <pc:docMk/>
            <pc:sldMk cId="1396931902" sldId="388"/>
            <ac:spMk id="13" creationId="{01424FB7-91FA-BA70-9A93-AF5EE6FCA20F}"/>
          </ac:spMkLst>
        </pc:spChg>
        <pc:graphicFrameChg chg="add del mod">
          <ac:chgData name="Truong, Trinh" userId="ec89860f-cffb-47f9-b014-0b74e8c74a11" providerId="ADAL" clId="{23E1F7E8-6C26-4AA5-9663-30F80110B08F}" dt="2026-04-30T19:04:45.153" v="1128"/>
          <ac:graphicFrameMkLst>
            <pc:docMk/>
            <pc:sldMk cId="1396931902" sldId="388"/>
            <ac:graphicFrameMk id="9" creationId="{2C55D641-2B0D-8AF3-4670-6AF2E9F4F9BC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4-30T19:05:36.503" v="1143" actId="1076"/>
          <ac:graphicFrameMkLst>
            <pc:docMk/>
            <pc:sldMk cId="1396931902" sldId="388"/>
            <ac:graphicFrameMk id="10" creationId="{BDBA86C7-7A36-366A-8B26-E78A07B872BD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05:30.160" v="1139"/>
          <ac:graphicFrameMkLst>
            <pc:docMk/>
            <pc:sldMk cId="1396931902" sldId="388"/>
            <ac:graphicFrameMk id="11" creationId="{8013FB72-0604-BF2A-CCC1-D5EAF95C2B3F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4-30T19:14:13.801" v="1298"/>
        <pc:sldMkLst>
          <pc:docMk/>
          <pc:sldMk cId="3968214197" sldId="389"/>
        </pc:sldMkLst>
        <pc:spChg chg="del mod">
          <ac:chgData name="Truong, Trinh" userId="ec89860f-cffb-47f9-b014-0b74e8c74a11" providerId="ADAL" clId="{23E1F7E8-6C26-4AA5-9663-30F80110B08F}" dt="2026-04-30T19:07:32.950" v="1162" actId="478"/>
          <ac:spMkLst>
            <pc:docMk/>
            <pc:sldMk cId="3968214197" sldId="389"/>
            <ac:spMk id="2" creationId="{DA7559D0-C2C5-A13C-2CC9-04188823B9FA}"/>
          </ac:spMkLst>
        </pc:spChg>
        <pc:spChg chg="del">
          <ac:chgData name="Truong, Trinh" userId="ec89860f-cffb-47f9-b014-0b74e8c74a11" providerId="ADAL" clId="{23E1F7E8-6C26-4AA5-9663-30F80110B08F}" dt="2026-04-30T19:07:30.752" v="1160" actId="478"/>
          <ac:spMkLst>
            <pc:docMk/>
            <pc:sldMk cId="3968214197" sldId="389"/>
            <ac:spMk id="3" creationId="{6C7242E8-83CE-A856-6199-82B8AD9AC7ED}"/>
          </ac:spMkLst>
        </pc:spChg>
        <pc:spChg chg="del">
          <ac:chgData name="Truong, Trinh" userId="ec89860f-cffb-47f9-b014-0b74e8c74a11" providerId="ADAL" clId="{23E1F7E8-6C26-4AA5-9663-30F80110B08F}" dt="2026-04-30T19:07:31.944" v="1161" actId="478"/>
          <ac:spMkLst>
            <pc:docMk/>
            <pc:sldMk cId="3968214197" sldId="389"/>
            <ac:spMk id="4" creationId="{F3E532FC-85F3-01D6-45E4-BC03745D662F}"/>
          </ac:spMkLst>
        </pc:spChg>
        <pc:spChg chg="add mod">
          <ac:chgData name="Truong, Trinh" userId="ec89860f-cffb-47f9-b014-0b74e8c74a11" providerId="ADAL" clId="{23E1F7E8-6C26-4AA5-9663-30F80110B08F}" dt="2026-04-30T19:14:13.801" v="1298"/>
          <ac:spMkLst>
            <pc:docMk/>
            <pc:sldMk cId="3968214197" sldId="389"/>
            <ac:spMk id="6" creationId="{5293B8BB-95AE-EC56-C6C2-B163555D821A}"/>
          </ac:spMkLst>
        </pc:spChg>
        <pc:spChg chg="add mod">
          <ac:chgData name="Truong, Trinh" userId="ec89860f-cffb-47f9-b014-0b74e8c74a11" providerId="ADAL" clId="{23E1F7E8-6C26-4AA5-9663-30F80110B08F}" dt="2026-04-30T19:11:32.171" v="1289" actId="20577"/>
          <ac:spMkLst>
            <pc:docMk/>
            <pc:sldMk cId="3968214197" sldId="389"/>
            <ac:spMk id="11" creationId="{47EFC820-47E1-D8E3-0E74-9C52D7863598}"/>
          </ac:spMkLst>
        </pc:spChg>
        <pc:spChg chg="add mod">
          <ac:chgData name="Truong, Trinh" userId="ec89860f-cffb-47f9-b014-0b74e8c74a11" providerId="ADAL" clId="{23E1F7E8-6C26-4AA5-9663-30F80110B08F}" dt="2026-04-30T19:11:20.062" v="1288" actId="14100"/>
          <ac:spMkLst>
            <pc:docMk/>
            <pc:sldMk cId="3968214197" sldId="389"/>
            <ac:spMk id="13" creationId="{FAD5503B-79D8-AA2A-0915-67F232EFEE21}"/>
          </ac:spMkLst>
        </pc:spChg>
        <pc:graphicFrameChg chg="add del mod">
          <ac:chgData name="Truong, Trinh" userId="ec89860f-cffb-47f9-b014-0b74e8c74a11" providerId="ADAL" clId="{23E1F7E8-6C26-4AA5-9663-30F80110B08F}" dt="2026-04-30T19:08:01.659" v="1179"/>
          <ac:graphicFrameMkLst>
            <pc:docMk/>
            <pc:sldMk cId="3968214197" sldId="389"/>
            <ac:graphicFrameMk id="7" creationId="{DBA4EAB6-CD90-2E16-53BC-D4584A1D7E91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4-30T19:09:38.423" v="1210" actId="1076"/>
          <ac:graphicFrameMkLst>
            <pc:docMk/>
            <pc:sldMk cId="3968214197" sldId="389"/>
            <ac:graphicFrameMk id="8" creationId="{9CAAD98F-295D-1AEE-EABD-16B71AC40769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09:44.472" v="1213"/>
          <ac:graphicFrameMkLst>
            <pc:docMk/>
            <pc:sldMk cId="3968214197" sldId="389"/>
            <ac:graphicFrameMk id="9" creationId="{EC4C0C22-2F6D-8032-ACF5-1BA7D2BC8E9D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14:13.801" v="1298"/>
          <ac:graphicFrameMkLst>
            <pc:docMk/>
            <pc:sldMk cId="3968214197" sldId="389"/>
            <ac:graphicFrameMk id="14" creationId="{88553D1B-D429-CC7B-A262-114807E205BB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4-30T19:17:48.329" v="1472" actId="1076"/>
        <pc:sldMkLst>
          <pc:docMk/>
          <pc:sldMk cId="2439545327" sldId="390"/>
        </pc:sldMkLst>
        <pc:spChg chg="del mod">
          <ac:chgData name="Truong, Trinh" userId="ec89860f-cffb-47f9-b014-0b74e8c74a11" providerId="ADAL" clId="{23E1F7E8-6C26-4AA5-9663-30F80110B08F}" dt="2026-04-30T19:12:24.671" v="1292" actId="478"/>
          <ac:spMkLst>
            <pc:docMk/>
            <pc:sldMk cId="2439545327" sldId="390"/>
            <ac:spMk id="2" creationId="{80C465D7-CE94-6A15-742E-3D61B46D9F2A}"/>
          </ac:spMkLst>
        </pc:spChg>
        <pc:spChg chg="del">
          <ac:chgData name="Truong, Trinh" userId="ec89860f-cffb-47f9-b014-0b74e8c74a11" providerId="ADAL" clId="{23E1F7E8-6C26-4AA5-9663-30F80110B08F}" dt="2026-04-30T19:12:20.865" v="1290" actId="478"/>
          <ac:spMkLst>
            <pc:docMk/>
            <pc:sldMk cId="2439545327" sldId="390"/>
            <ac:spMk id="3" creationId="{06E20F29-A907-66A8-DBE2-36A02BD29E4D}"/>
          </ac:spMkLst>
        </pc:spChg>
        <pc:spChg chg="del">
          <ac:chgData name="Truong, Trinh" userId="ec89860f-cffb-47f9-b014-0b74e8c74a11" providerId="ADAL" clId="{23E1F7E8-6C26-4AA5-9663-30F80110B08F}" dt="2026-04-30T19:12:23.379" v="1291" actId="478"/>
          <ac:spMkLst>
            <pc:docMk/>
            <pc:sldMk cId="2439545327" sldId="390"/>
            <ac:spMk id="4" creationId="{1AD28267-4A7C-3166-50BD-4526D3EC7C7B}"/>
          </ac:spMkLst>
        </pc:spChg>
        <pc:spChg chg="del">
          <ac:chgData name="Truong, Trinh" userId="ec89860f-cffb-47f9-b014-0b74e8c74a11" providerId="ADAL" clId="{23E1F7E8-6C26-4AA5-9663-30F80110B08F}" dt="2026-04-30T19:14:35.848" v="1308" actId="478"/>
          <ac:spMkLst>
            <pc:docMk/>
            <pc:sldMk cId="2439545327" sldId="390"/>
            <ac:spMk id="5" creationId="{622957E7-2D40-E08F-A393-59CCE999A19A}"/>
          </ac:spMkLst>
        </pc:spChg>
        <pc:spChg chg="add mod">
          <ac:chgData name="Truong, Trinh" userId="ec89860f-cffb-47f9-b014-0b74e8c74a11" providerId="ADAL" clId="{23E1F7E8-6C26-4AA5-9663-30F80110B08F}" dt="2026-04-30T19:14:42.345" v="1319" actId="20577"/>
          <ac:spMkLst>
            <pc:docMk/>
            <pc:sldMk cId="2439545327" sldId="390"/>
            <ac:spMk id="6" creationId="{8E4EB8FB-8C78-C184-7462-8ED423688549}"/>
          </ac:spMkLst>
        </pc:spChg>
        <pc:spChg chg="add mod">
          <ac:chgData name="Truong, Trinh" userId="ec89860f-cffb-47f9-b014-0b74e8c74a11" providerId="ADAL" clId="{23E1F7E8-6C26-4AA5-9663-30F80110B08F}" dt="2026-04-30T19:17:14.844" v="1459" actId="113"/>
          <ac:spMkLst>
            <pc:docMk/>
            <pc:sldMk cId="2439545327" sldId="390"/>
            <ac:spMk id="13" creationId="{AC4C5B14-BEB1-CC53-BB11-6AE9A9495240}"/>
          </ac:spMkLst>
        </pc:spChg>
        <pc:spChg chg="add mod">
          <ac:chgData name="Truong, Trinh" userId="ec89860f-cffb-47f9-b014-0b74e8c74a11" providerId="ADAL" clId="{23E1F7E8-6C26-4AA5-9663-30F80110B08F}" dt="2026-04-30T19:17:48.329" v="1472" actId="1076"/>
          <ac:spMkLst>
            <pc:docMk/>
            <pc:sldMk cId="2439545327" sldId="390"/>
            <ac:spMk id="16" creationId="{C9D914CD-677E-8C6D-6A0D-36612E32FC0D}"/>
          </ac:spMkLst>
        </pc:spChg>
        <pc:graphicFrameChg chg="add del mod">
          <ac:chgData name="Truong, Trinh" userId="ec89860f-cffb-47f9-b014-0b74e8c74a11" providerId="ADAL" clId="{23E1F7E8-6C26-4AA5-9663-30F80110B08F}" dt="2026-04-30T19:14:22.363" v="1305"/>
          <ac:graphicFrameMkLst>
            <pc:docMk/>
            <pc:sldMk cId="2439545327" sldId="390"/>
            <ac:graphicFrameMk id="7" creationId="{DA1004AE-199B-1286-2BA4-8202C0F2D456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14:49.075" v="1322"/>
          <ac:graphicFrameMkLst>
            <pc:docMk/>
            <pc:sldMk cId="2439545327" sldId="390"/>
            <ac:graphicFrameMk id="10" creationId="{3959A20E-35B2-F91F-7917-2AE7EA1AB326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4-30T19:16:01.865" v="1347" actId="1076"/>
          <ac:graphicFrameMkLst>
            <pc:docMk/>
            <pc:sldMk cId="2439545327" sldId="390"/>
            <ac:graphicFrameMk id="11" creationId="{6B82518D-E53A-E7F4-5208-FDC3EA527759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17:22.767" v="1462"/>
          <ac:graphicFrameMkLst>
            <pc:docMk/>
            <pc:sldMk cId="2439545327" sldId="390"/>
            <ac:graphicFrameMk id="14" creationId="{0C9198BC-D6DE-AF7C-0D7C-45CEC09E6002}"/>
          </ac:graphicFrameMkLst>
        </pc:graphicFrameChg>
        <pc:picChg chg="add del">
          <ac:chgData name="Truong, Trinh" userId="ec89860f-cffb-47f9-b014-0b74e8c74a11" providerId="ADAL" clId="{23E1F7E8-6C26-4AA5-9663-30F80110B08F}" dt="2026-04-30T19:14:31.220" v="1307" actId="22"/>
          <ac:picMkLst>
            <pc:docMk/>
            <pc:sldMk cId="2439545327" sldId="390"/>
            <ac:picMk id="9" creationId="{DB1611E7-3377-57C4-E39C-87A8DA23D85B}"/>
          </ac:picMkLst>
        </pc:picChg>
      </pc:sldChg>
      <pc:sldChg chg="addSp delSp modSp add mod">
        <pc:chgData name="Truong, Trinh" userId="ec89860f-cffb-47f9-b014-0b74e8c74a11" providerId="ADAL" clId="{23E1F7E8-6C26-4AA5-9663-30F80110B08F}" dt="2026-04-30T19:43:07.122" v="1524" actId="1076"/>
        <pc:sldMkLst>
          <pc:docMk/>
          <pc:sldMk cId="1258752919" sldId="391"/>
        </pc:sldMkLst>
        <pc:spChg chg="del mod">
          <ac:chgData name="Truong, Trinh" userId="ec89860f-cffb-47f9-b014-0b74e8c74a11" providerId="ADAL" clId="{23E1F7E8-6C26-4AA5-9663-30F80110B08F}" dt="2026-04-30T19:18:18.284" v="1475" actId="478"/>
          <ac:spMkLst>
            <pc:docMk/>
            <pc:sldMk cId="1258752919" sldId="391"/>
            <ac:spMk id="2" creationId="{6D0640EC-C4AF-156B-3713-3C3842A69A87}"/>
          </ac:spMkLst>
        </pc:spChg>
        <pc:spChg chg="del">
          <ac:chgData name="Truong, Trinh" userId="ec89860f-cffb-47f9-b014-0b74e8c74a11" providerId="ADAL" clId="{23E1F7E8-6C26-4AA5-9663-30F80110B08F}" dt="2026-04-30T19:18:15.288" v="1473" actId="478"/>
          <ac:spMkLst>
            <pc:docMk/>
            <pc:sldMk cId="1258752919" sldId="391"/>
            <ac:spMk id="3" creationId="{71EBCA4F-041B-C0EE-B431-321572266FA4}"/>
          </ac:spMkLst>
        </pc:spChg>
        <pc:spChg chg="del">
          <ac:chgData name="Truong, Trinh" userId="ec89860f-cffb-47f9-b014-0b74e8c74a11" providerId="ADAL" clId="{23E1F7E8-6C26-4AA5-9663-30F80110B08F}" dt="2026-04-30T19:18:17.012" v="1474" actId="478"/>
          <ac:spMkLst>
            <pc:docMk/>
            <pc:sldMk cId="1258752919" sldId="391"/>
            <ac:spMk id="4" creationId="{C1E4CFC8-EED1-61E0-D643-4746865DD3E0}"/>
          </ac:spMkLst>
        </pc:spChg>
        <pc:spChg chg="add mod">
          <ac:chgData name="Truong, Trinh" userId="ec89860f-cffb-47f9-b014-0b74e8c74a11" providerId="ADAL" clId="{23E1F7E8-6C26-4AA5-9663-30F80110B08F}" dt="2026-04-30T19:41:16.696" v="1480" actId="20577"/>
          <ac:spMkLst>
            <pc:docMk/>
            <pc:sldMk cId="1258752919" sldId="391"/>
            <ac:spMk id="6" creationId="{A313772E-0806-8FAF-8D37-030B2A89C123}"/>
          </ac:spMkLst>
        </pc:spChg>
        <pc:spChg chg="add mod">
          <ac:chgData name="Truong, Trinh" userId="ec89860f-cffb-47f9-b014-0b74e8c74a11" providerId="ADAL" clId="{23E1F7E8-6C26-4AA5-9663-30F80110B08F}" dt="2026-04-30T19:43:07.122" v="1524" actId="1076"/>
          <ac:spMkLst>
            <pc:docMk/>
            <pc:sldMk cId="1258752919" sldId="391"/>
            <ac:spMk id="11" creationId="{8148A843-3F14-FA94-C506-A2D85422442C}"/>
          </ac:spMkLst>
        </pc:spChg>
        <pc:graphicFrameChg chg="add del mod">
          <ac:chgData name="Truong, Trinh" userId="ec89860f-cffb-47f9-b014-0b74e8c74a11" providerId="ADAL" clId="{23E1F7E8-6C26-4AA5-9663-30F80110B08F}" dt="2026-04-30T19:41:21.898" v="1483"/>
          <ac:graphicFrameMkLst>
            <pc:docMk/>
            <pc:sldMk cId="1258752919" sldId="391"/>
            <ac:graphicFrameMk id="7" creationId="{BC2B4D07-2BA9-FAA6-3D40-9207C9D0C2A9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4-30T19:41:51.518" v="1497" actId="1076"/>
          <ac:graphicFrameMkLst>
            <pc:docMk/>
            <pc:sldMk cId="1258752919" sldId="391"/>
            <ac:graphicFrameMk id="8" creationId="{BF82781A-1C86-60D2-FB08-383351B84EF5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42:00.484" v="1500"/>
          <ac:graphicFrameMkLst>
            <pc:docMk/>
            <pc:sldMk cId="1258752919" sldId="391"/>
            <ac:graphicFrameMk id="9" creationId="{48EEC849-01F8-875D-BA63-2234D1C29314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42:59.757" v="1522"/>
          <ac:graphicFrameMkLst>
            <pc:docMk/>
            <pc:sldMk cId="1258752919" sldId="391"/>
            <ac:graphicFrameMk id="12" creationId="{54DC36F6-0C20-59D0-6542-BDD4B1F28BE0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4-30T19:45:30.591" v="1569" actId="2711"/>
        <pc:sldMkLst>
          <pc:docMk/>
          <pc:sldMk cId="199269182" sldId="392"/>
        </pc:sldMkLst>
        <pc:spChg chg="del mod">
          <ac:chgData name="Truong, Trinh" userId="ec89860f-cffb-47f9-b014-0b74e8c74a11" providerId="ADAL" clId="{23E1F7E8-6C26-4AA5-9663-30F80110B08F}" dt="2026-04-30T19:43:14.713" v="1527" actId="478"/>
          <ac:spMkLst>
            <pc:docMk/>
            <pc:sldMk cId="199269182" sldId="392"/>
            <ac:spMk id="2" creationId="{D1994CC7-2751-770D-C4D2-43270B331A79}"/>
          </ac:spMkLst>
        </pc:spChg>
        <pc:spChg chg="del">
          <ac:chgData name="Truong, Trinh" userId="ec89860f-cffb-47f9-b014-0b74e8c74a11" providerId="ADAL" clId="{23E1F7E8-6C26-4AA5-9663-30F80110B08F}" dt="2026-04-30T19:43:12.676" v="1525" actId="478"/>
          <ac:spMkLst>
            <pc:docMk/>
            <pc:sldMk cId="199269182" sldId="392"/>
            <ac:spMk id="3" creationId="{F1767BAD-0D94-3CC8-066A-8E72D01C5DC4}"/>
          </ac:spMkLst>
        </pc:spChg>
        <pc:spChg chg="del">
          <ac:chgData name="Truong, Trinh" userId="ec89860f-cffb-47f9-b014-0b74e8c74a11" providerId="ADAL" clId="{23E1F7E8-6C26-4AA5-9663-30F80110B08F}" dt="2026-04-30T19:43:13.601" v="1526" actId="478"/>
          <ac:spMkLst>
            <pc:docMk/>
            <pc:sldMk cId="199269182" sldId="392"/>
            <ac:spMk id="4" creationId="{393F6C6A-F502-E183-9B72-7E281F12FF9D}"/>
          </ac:spMkLst>
        </pc:spChg>
        <pc:spChg chg="add mod">
          <ac:chgData name="Truong, Trinh" userId="ec89860f-cffb-47f9-b014-0b74e8c74a11" providerId="ADAL" clId="{23E1F7E8-6C26-4AA5-9663-30F80110B08F}" dt="2026-04-30T19:43:24.610" v="1537" actId="20577"/>
          <ac:spMkLst>
            <pc:docMk/>
            <pc:sldMk cId="199269182" sldId="392"/>
            <ac:spMk id="6" creationId="{3027D54B-23A7-5988-9F81-D908B13273B2}"/>
          </ac:spMkLst>
        </pc:spChg>
        <pc:spChg chg="add mod">
          <ac:chgData name="Truong, Trinh" userId="ec89860f-cffb-47f9-b014-0b74e8c74a11" providerId="ADAL" clId="{23E1F7E8-6C26-4AA5-9663-30F80110B08F}" dt="2026-04-30T19:45:30.591" v="1569" actId="2711"/>
          <ac:spMkLst>
            <pc:docMk/>
            <pc:sldMk cId="199269182" sldId="392"/>
            <ac:spMk id="11" creationId="{8E477C73-E762-48B7-4A14-AB1CDEBE7234}"/>
          </ac:spMkLst>
        </pc:spChg>
        <pc:graphicFrameChg chg="add del mod">
          <ac:chgData name="Truong, Trinh" userId="ec89860f-cffb-47f9-b014-0b74e8c74a11" providerId="ADAL" clId="{23E1F7E8-6C26-4AA5-9663-30F80110B08F}" dt="2026-04-30T19:43:51.759" v="1540"/>
          <ac:graphicFrameMkLst>
            <pc:docMk/>
            <pc:sldMk cId="199269182" sldId="392"/>
            <ac:graphicFrameMk id="7" creationId="{361E4C9F-FB70-59C5-2440-0ECE22796F7B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4-30T19:44:10.541" v="1551" actId="1076"/>
          <ac:graphicFrameMkLst>
            <pc:docMk/>
            <pc:sldMk cId="199269182" sldId="392"/>
            <ac:graphicFrameMk id="8" creationId="{342DCDDD-292B-4209-5368-493F9E493FD4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44:45.822" v="1554"/>
          <ac:graphicFrameMkLst>
            <pc:docMk/>
            <pc:sldMk cId="199269182" sldId="392"/>
            <ac:graphicFrameMk id="9" creationId="{501DEC5A-0B57-B1DB-901A-171E20D0E9E6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45:16.229" v="1566"/>
          <ac:graphicFrameMkLst>
            <pc:docMk/>
            <pc:sldMk cId="199269182" sldId="392"/>
            <ac:graphicFrameMk id="12" creationId="{1C2C51EB-04D9-A801-0CF7-5B8C40BFABF7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4-30T19:46:22.060" v="1590" actId="14734"/>
        <pc:sldMkLst>
          <pc:docMk/>
          <pc:sldMk cId="3166602048" sldId="393"/>
        </pc:sldMkLst>
        <pc:spChg chg="del mod">
          <ac:chgData name="Truong, Trinh" userId="ec89860f-cffb-47f9-b014-0b74e8c74a11" providerId="ADAL" clId="{23E1F7E8-6C26-4AA5-9663-30F80110B08F}" dt="2026-04-30T19:45:57.662" v="1572" actId="478"/>
          <ac:spMkLst>
            <pc:docMk/>
            <pc:sldMk cId="3166602048" sldId="393"/>
            <ac:spMk id="2" creationId="{B6E5B74F-55C3-A3D0-CF1E-1376098B248C}"/>
          </ac:spMkLst>
        </pc:spChg>
        <pc:spChg chg="del">
          <ac:chgData name="Truong, Trinh" userId="ec89860f-cffb-47f9-b014-0b74e8c74a11" providerId="ADAL" clId="{23E1F7E8-6C26-4AA5-9663-30F80110B08F}" dt="2026-04-30T19:45:55.267" v="1570" actId="478"/>
          <ac:spMkLst>
            <pc:docMk/>
            <pc:sldMk cId="3166602048" sldId="393"/>
            <ac:spMk id="3" creationId="{99BEC963-9D56-5329-F26A-9BF63522D22D}"/>
          </ac:spMkLst>
        </pc:spChg>
        <pc:spChg chg="del">
          <ac:chgData name="Truong, Trinh" userId="ec89860f-cffb-47f9-b014-0b74e8c74a11" providerId="ADAL" clId="{23E1F7E8-6C26-4AA5-9663-30F80110B08F}" dt="2026-04-30T19:45:56.327" v="1571" actId="478"/>
          <ac:spMkLst>
            <pc:docMk/>
            <pc:sldMk cId="3166602048" sldId="393"/>
            <ac:spMk id="4" creationId="{B07B743F-C4F0-D5B6-4961-77F2B02842A3}"/>
          </ac:spMkLst>
        </pc:spChg>
        <pc:spChg chg="add mod">
          <ac:chgData name="Truong, Trinh" userId="ec89860f-cffb-47f9-b014-0b74e8c74a11" providerId="ADAL" clId="{23E1F7E8-6C26-4AA5-9663-30F80110B08F}" dt="2026-04-30T19:46:02.975" v="1581" actId="20577"/>
          <ac:spMkLst>
            <pc:docMk/>
            <pc:sldMk cId="3166602048" sldId="393"/>
            <ac:spMk id="6" creationId="{99635E06-918E-7958-E9C0-979B400498D6}"/>
          </ac:spMkLst>
        </pc:spChg>
        <pc:graphicFrameChg chg="add del mod">
          <ac:chgData name="Truong, Trinh" userId="ec89860f-cffb-47f9-b014-0b74e8c74a11" providerId="ADAL" clId="{23E1F7E8-6C26-4AA5-9663-30F80110B08F}" dt="2026-04-30T19:46:11.188" v="1584"/>
          <ac:graphicFrameMkLst>
            <pc:docMk/>
            <pc:sldMk cId="3166602048" sldId="393"/>
            <ac:graphicFrameMk id="7" creationId="{A53C59A2-9A56-B98E-62C0-52D9E11D3313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4-30T19:46:22.060" v="1590" actId="14734"/>
          <ac:graphicFrameMkLst>
            <pc:docMk/>
            <pc:sldMk cId="3166602048" sldId="393"/>
            <ac:graphicFrameMk id="8" creationId="{22D1E331-5707-087B-F8D1-4EB7114FAFC1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4-30T19:58:31.948" v="1812" actId="1076"/>
        <pc:sldMkLst>
          <pc:docMk/>
          <pc:sldMk cId="373894915" sldId="394"/>
        </pc:sldMkLst>
        <pc:spChg chg="del mod">
          <ac:chgData name="Truong, Trinh" userId="ec89860f-cffb-47f9-b014-0b74e8c74a11" providerId="ADAL" clId="{23E1F7E8-6C26-4AA5-9663-30F80110B08F}" dt="2026-04-30T19:46:56.135" v="1593" actId="478"/>
          <ac:spMkLst>
            <pc:docMk/>
            <pc:sldMk cId="373894915" sldId="394"/>
            <ac:spMk id="2" creationId="{70AFD6A6-5D6F-0EBA-4DC7-64661BC782D8}"/>
          </ac:spMkLst>
        </pc:spChg>
        <pc:spChg chg="del">
          <ac:chgData name="Truong, Trinh" userId="ec89860f-cffb-47f9-b014-0b74e8c74a11" providerId="ADAL" clId="{23E1F7E8-6C26-4AA5-9663-30F80110B08F}" dt="2026-04-30T19:46:53.431" v="1591" actId="478"/>
          <ac:spMkLst>
            <pc:docMk/>
            <pc:sldMk cId="373894915" sldId="394"/>
            <ac:spMk id="3" creationId="{853C7C18-4AB3-2CE8-9A9C-0729525C27A6}"/>
          </ac:spMkLst>
        </pc:spChg>
        <pc:spChg chg="del">
          <ac:chgData name="Truong, Trinh" userId="ec89860f-cffb-47f9-b014-0b74e8c74a11" providerId="ADAL" clId="{23E1F7E8-6C26-4AA5-9663-30F80110B08F}" dt="2026-04-30T19:46:54.657" v="1592" actId="478"/>
          <ac:spMkLst>
            <pc:docMk/>
            <pc:sldMk cId="373894915" sldId="394"/>
            <ac:spMk id="4" creationId="{0578F75D-FB0C-6CD6-227F-4EC98E59A665}"/>
          </ac:spMkLst>
        </pc:spChg>
        <pc:spChg chg="add mod">
          <ac:chgData name="Truong, Trinh" userId="ec89860f-cffb-47f9-b014-0b74e8c74a11" providerId="ADAL" clId="{23E1F7E8-6C26-4AA5-9663-30F80110B08F}" dt="2026-04-30T19:58:31.948" v="1812" actId="1076"/>
          <ac:spMkLst>
            <pc:docMk/>
            <pc:sldMk cId="373894915" sldId="394"/>
            <ac:spMk id="6" creationId="{B8B44860-BED8-5DFE-BE50-DD55C6FB5C9A}"/>
          </ac:spMkLst>
        </pc:spChg>
        <pc:spChg chg="add mod">
          <ac:chgData name="Truong, Trinh" userId="ec89860f-cffb-47f9-b014-0b74e8c74a11" providerId="ADAL" clId="{23E1F7E8-6C26-4AA5-9663-30F80110B08F}" dt="2026-04-30T19:58:27.744" v="1811" actId="1076"/>
          <ac:spMkLst>
            <pc:docMk/>
            <pc:sldMk cId="373894915" sldId="394"/>
            <ac:spMk id="7" creationId="{6B4D22AC-390E-11A1-C336-B43AF3528338}"/>
          </ac:spMkLst>
        </pc:spChg>
        <pc:spChg chg="add mod">
          <ac:chgData name="Truong, Trinh" userId="ec89860f-cffb-47f9-b014-0b74e8c74a11" providerId="ADAL" clId="{23E1F7E8-6C26-4AA5-9663-30F80110B08F}" dt="2026-04-30T19:58:20.388" v="1810" actId="571"/>
          <ac:spMkLst>
            <pc:docMk/>
            <pc:sldMk cId="373894915" sldId="394"/>
            <ac:spMk id="21" creationId="{21B87CA9-3132-7D2E-BBB6-EC207EAB994B}"/>
          </ac:spMkLst>
        </pc:spChg>
        <pc:graphicFrameChg chg="add del mod">
          <ac:chgData name="Truong, Trinh" userId="ec89860f-cffb-47f9-b014-0b74e8c74a11" providerId="ADAL" clId="{23E1F7E8-6C26-4AA5-9663-30F80110B08F}" dt="2026-04-30T19:50:45.799" v="1742"/>
          <ac:graphicFrameMkLst>
            <pc:docMk/>
            <pc:sldMk cId="373894915" sldId="394"/>
            <ac:graphicFrameMk id="8" creationId="{EB2D124B-BE31-A6D4-68DE-45A64DDF3730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50:51.876" v="1748"/>
          <ac:graphicFrameMkLst>
            <pc:docMk/>
            <pc:sldMk cId="373894915" sldId="394"/>
            <ac:graphicFrameMk id="9" creationId="{4D31870C-E2E3-E419-7B57-9883B3ACFBA8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50:57.577" v="1754"/>
          <ac:graphicFrameMkLst>
            <pc:docMk/>
            <pc:sldMk cId="373894915" sldId="394"/>
            <ac:graphicFrameMk id="10" creationId="{C98B21B6-BBBC-FC0A-A53E-31A9D6A7FBDD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51:02.909" v="1760"/>
          <ac:graphicFrameMkLst>
            <pc:docMk/>
            <pc:sldMk cId="373894915" sldId="394"/>
            <ac:graphicFrameMk id="11" creationId="{C0F7CDAE-9E9C-D2B8-640F-757467E20A6F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51:08.459" v="1766"/>
          <ac:graphicFrameMkLst>
            <pc:docMk/>
            <pc:sldMk cId="373894915" sldId="394"/>
            <ac:graphicFrameMk id="12" creationId="{634CC108-7937-C78A-AC8E-77A7C6074C79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52:17.739" v="1771"/>
          <ac:graphicFrameMkLst>
            <pc:docMk/>
            <pc:sldMk cId="373894915" sldId="394"/>
            <ac:graphicFrameMk id="13" creationId="{A436F9B1-4B4F-F365-781E-3F08AE72B4F1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52:26.228" v="1776"/>
          <ac:graphicFrameMkLst>
            <pc:docMk/>
            <pc:sldMk cId="373894915" sldId="394"/>
            <ac:graphicFrameMk id="14" creationId="{DE40DB35-03D7-9D5F-C383-5BD12C201CD3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52:34.987" v="1781"/>
          <ac:graphicFrameMkLst>
            <pc:docMk/>
            <pc:sldMk cId="373894915" sldId="394"/>
            <ac:graphicFrameMk id="15" creationId="{1A57D4AC-9948-B65C-2A23-B1C72A9B7A97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52:46.789" v="1786"/>
          <ac:graphicFrameMkLst>
            <pc:docMk/>
            <pc:sldMk cId="373894915" sldId="394"/>
            <ac:graphicFrameMk id="16" creationId="{A551E2B7-E018-85A5-2141-7DA13AEFD25F}"/>
          </ac:graphicFrameMkLst>
        </pc:graphicFrameChg>
        <pc:graphicFrameChg chg="add del mod">
          <ac:chgData name="Truong, Trinh" userId="ec89860f-cffb-47f9-b014-0b74e8c74a11" providerId="ADAL" clId="{23E1F7E8-6C26-4AA5-9663-30F80110B08F}" dt="2026-04-30T19:56:21.496" v="1799"/>
          <ac:graphicFrameMkLst>
            <pc:docMk/>
            <pc:sldMk cId="373894915" sldId="394"/>
            <ac:graphicFrameMk id="19" creationId="{118E9BCC-C04E-2FFE-C647-9D86C4CCCB0E}"/>
          </ac:graphicFrameMkLst>
        </pc:graphicFrameChg>
        <pc:picChg chg="add mod">
          <ac:chgData name="Truong, Trinh" userId="ec89860f-cffb-47f9-b014-0b74e8c74a11" providerId="ADAL" clId="{23E1F7E8-6C26-4AA5-9663-30F80110B08F}" dt="2026-04-30T19:58:27.744" v="1811" actId="1076"/>
          <ac:picMkLst>
            <pc:docMk/>
            <pc:sldMk cId="373894915" sldId="394"/>
            <ac:picMk id="17" creationId="{7359AFD3-1E29-9881-CFB1-044771AF7A65}"/>
          </ac:picMkLst>
        </pc:picChg>
        <pc:picChg chg="add mod">
          <ac:chgData name="Truong, Trinh" userId="ec89860f-cffb-47f9-b014-0b74e8c74a11" providerId="ADAL" clId="{23E1F7E8-6C26-4AA5-9663-30F80110B08F}" dt="2026-04-30T19:58:27.744" v="1811" actId="1076"/>
          <ac:picMkLst>
            <pc:docMk/>
            <pc:sldMk cId="373894915" sldId="394"/>
            <ac:picMk id="18" creationId="{C0B9A824-5A0A-DD4C-7626-F5247F913EC6}"/>
          </ac:picMkLst>
        </pc:picChg>
        <pc:picChg chg="add mod">
          <ac:chgData name="Truong, Trinh" userId="ec89860f-cffb-47f9-b014-0b74e8c74a11" providerId="ADAL" clId="{23E1F7E8-6C26-4AA5-9663-30F80110B08F}" dt="2026-04-30T19:58:27.744" v="1811" actId="1076"/>
          <ac:picMkLst>
            <pc:docMk/>
            <pc:sldMk cId="373894915" sldId="394"/>
            <ac:picMk id="20" creationId="{6CFB5DBF-BBB6-5C0B-B17B-51F89C264106}"/>
          </ac:picMkLst>
        </pc:picChg>
        <pc:picChg chg="add mod">
          <ac:chgData name="Truong, Trinh" userId="ec89860f-cffb-47f9-b014-0b74e8c74a11" providerId="ADAL" clId="{23E1F7E8-6C26-4AA5-9663-30F80110B08F}" dt="2026-04-30T19:58:20.388" v="1810" actId="571"/>
          <ac:picMkLst>
            <pc:docMk/>
            <pc:sldMk cId="373894915" sldId="394"/>
            <ac:picMk id="22" creationId="{9CB6DEEB-BFB8-9BD8-DB75-C8C9CBB3F553}"/>
          </ac:picMkLst>
        </pc:picChg>
      </pc:sldChg>
      <pc:sldChg chg="addSp delSp modSp add mod">
        <pc:chgData name="Truong, Trinh" userId="ec89860f-cffb-47f9-b014-0b74e8c74a11" providerId="ADAL" clId="{23E1F7E8-6C26-4AA5-9663-30F80110B08F}" dt="2026-04-30T20:04:08.173" v="2033" actId="1076"/>
        <pc:sldMkLst>
          <pc:docMk/>
          <pc:sldMk cId="1703601214" sldId="395"/>
        </pc:sldMkLst>
        <pc:spChg chg="del mod">
          <ac:chgData name="Truong, Trinh" userId="ec89860f-cffb-47f9-b014-0b74e8c74a11" providerId="ADAL" clId="{23E1F7E8-6C26-4AA5-9663-30F80110B08F}" dt="2026-04-30T19:58:48.323" v="1815" actId="478"/>
          <ac:spMkLst>
            <pc:docMk/>
            <pc:sldMk cId="1703601214" sldId="395"/>
            <ac:spMk id="2" creationId="{1FCFC00D-2824-3C88-5A51-D1DE735BC548}"/>
          </ac:spMkLst>
        </pc:spChg>
        <pc:spChg chg="del">
          <ac:chgData name="Truong, Trinh" userId="ec89860f-cffb-47f9-b014-0b74e8c74a11" providerId="ADAL" clId="{23E1F7E8-6C26-4AA5-9663-30F80110B08F}" dt="2026-04-30T19:58:46.019" v="1813" actId="478"/>
          <ac:spMkLst>
            <pc:docMk/>
            <pc:sldMk cId="1703601214" sldId="395"/>
            <ac:spMk id="3" creationId="{91F98251-B34D-6517-B089-A73B118D3060}"/>
          </ac:spMkLst>
        </pc:spChg>
        <pc:spChg chg="del">
          <ac:chgData name="Truong, Trinh" userId="ec89860f-cffb-47f9-b014-0b74e8c74a11" providerId="ADAL" clId="{23E1F7E8-6C26-4AA5-9663-30F80110B08F}" dt="2026-04-30T19:58:47.269" v="1814" actId="478"/>
          <ac:spMkLst>
            <pc:docMk/>
            <pc:sldMk cId="1703601214" sldId="395"/>
            <ac:spMk id="4" creationId="{078E13CE-9C59-2E8C-BEBC-A1AA17E1A9AE}"/>
          </ac:spMkLst>
        </pc:spChg>
        <pc:spChg chg="add mod">
          <ac:chgData name="Truong, Trinh" userId="ec89860f-cffb-47f9-b014-0b74e8c74a11" providerId="ADAL" clId="{23E1F7E8-6C26-4AA5-9663-30F80110B08F}" dt="2026-04-30T20:03:48.768" v="2025" actId="1076"/>
          <ac:spMkLst>
            <pc:docMk/>
            <pc:sldMk cId="1703601214" sldId="395"/>
            <ac:spMk id="6" creationId="{06F734E9-EBF1-3370-DEFD-82A2A333B812}"/>
          </ac:spMkLst>
        </pc:spChg>
        <pc:spChg chg="add mod">
          <ac:chgData name="Truong, Trinh" userId="ec89860f-cffb-47f9-b014-0b74e8c74a11" providerId="ADAL" clId="{23E1F7E8-6C26-4AA5-9663-30F80110B08F}" dt="2026-04-30T20:04:03.259" v="2031" actId="1076"/>
          <ac:spMkLst>
            <pc:docMk/>
            <pc:sldMk cId="1703601214" sldId="395"/>
            <ac:spMk id="7" creationId="{053C73B7-1FCC-554E-AEA2-D29247A249F4}"/>
          </ac:spMkLst>
        </pc:spChg>
        <pc:spChg chg="add mod">
          <ac:chgData name="Truong, Trinh" userId="ec89860f-cffb-47f9-b014-0b74e8c74a11" providerId="ADAL" clId="{23E1F7E8-6C26-4AA5-9663-30F80110B08F}" dt="2026-04-30T20:04:08.173" v="2033" actId="1076"/>
          <ac:spMkLst>
            <pc:docMk/>
            <pc:sldMk cId="1703601214" sldId="395"/>
            <ac:spMk id="9" creationId="{62635910-DC39-2F5E-B88F-0B9D1ECEDA37}"/>
          </ac:spMkLst>
        </pc:spChg>
        <pc:picChg chg="add mod">
          <ac:chgData name="Truong, Trinh" userId="ec89860f-cffb-47f9-b014-0b74e8c74a11" providerId="ADAL" clId="{23E1F7E8-6C26-4AA5-9663-30F80110B08F}" dt="2026-04-30T20:03:56.091" v="2030" actId="1076"/>
          <ac:picMkLst>
            <pc:docMk/>
            <pc:sldMk cId="1703601214" sldId="395"/>
            <ac:picMk id="8" creationId="{0A884A4B-D721-09FE-1319-D8088C5BCF84}"/>
          </ac:picMkLst>
        </pc:picChg>
        <pc:picChg chg="add mod">
          <ac:chgData name="Truong, Trinh" userId="ec89860f-cffb-47f9-b014-0b74e8c74a11" providerId="ADAL" clId="{23E1F7E8-6C26-4AA5-9663-30F80110B08F}" dt="2026-04-30T20:03:34.673" v="2022" actId="1076"/>
          <ac:picMkLst>
            <pc:docMk/>
            <pc:sldMk cId="1703601214" sldId="395"/>
            <ac:picMk id="10" creationId="{C27CBF35-00FF-61AA-4189-808982F341C3}"/>
          </ac:picMkLst>
        </pc:picChg>
        <pc:picChg chg="add mod">
          <ac:chgData name="Truong, Trinh" userId="ec89860f-cffb-47f9-b014-0b74e8c74a11" providerId="ADAL" clId="{23E1F7E8-6C26-4AA5-9663-30F80110B08F}" dt="2026-04-30T20:03:40.301" v="2024" actId="1076"/>
          <ac:picMkLst>
            <pc:docMk/>
            <pc:sldMk cId="1703601214" sldId="395"/>
            <ac:picMk id="11" creationId="{6E358D9C-3FF5-530F-C2F9-821C84ECE931}"/>
          </ac:picMkLst>
        </pc:picChg>
      </pc:sldChg>
      <pc:sldChg chg="addSp delSp modSp add mod">
        <pc:chgData name="Truong, Trinh" userId="ec89860f-cffb-47f9-b014-0b74e8c74a11" providerId="ADAL" clId="{23E1F7E8-6C26-4AA5-9663-30F80110B08F}" dt="2026-05-01T03:28:31.799" v="4551" actId="20577"/>
        <pc:sldMkLst>
          <pc:docMk/>
          <pc:sldMk cId="895073715" sldId="396"/>
        </pc:sldMkLst>
        <pc:spChg chg="del mod">
          <ac:chgData name="Truong, Trinh" userId="ec89860f-cffb-47f9-b014-0b74e8c74a11" providerId="ADAL" clId="{23E1F7E8-6C26-4AA5-9663-30F80110B08F}" dt="2026-04-30T20:04:19.078" v="2036" actId="478"/>
          <ac:spMkLst>
            <pc:docMk/>
            <pc:sldMk cId="895073715" sldId="396"/>
            <ac:spMk id="2" creationId="{756E7932-D36C-C2EE-C2FC-03058D00DF45}"/>
          </ac:spMkLst>
        </pc:spChg>
        <pc:spChg chg="del">
          <ac:chgData name="Truong, Trinh" userId="ec89860f-cffb-47f9-b014-0b74e8c74a11" providerId="ADAL" clId="{23E1F7E8-6C26-4AA5-9663-30F80110B08F}" dt="2026-04-30T20:04:16.614" v="2034" actId="478"/>
          <ac:spMkLst>
            <pc:docMk/>
            <pc:sldMk cId="895073715" sldId="396"/>
            <ac:spMk id="3" creationId="{D81D5D73-600C-B06A-1684-6B1676DAAC6A}"/>
          </ac:spMkLst>
        </pc:spChg>
        <pc:spChg chg="del">
          <ac:chgData name="Truong, Trinh" userId="ec89860f-cffb-47f9-b014-0b74e8c74a11" providerId="ADAL" clId="{23E1F7E8-6C26-4AA5-9663-30F80110B08F}" dt="2026-04-30T20:04:17.774" v="2035" actId="478"/>
          <ac:spMkLst>
            <pc:docMk/>
            <pc:sldMk cId="895073715" sldId="396"/>
            <ac:spMk id="4" creationId="{B9758225-A8BC-423B-C7A2-88065B92DCC1}"/>
          </ac:spMkLst>
        </pc:spChg>
        <pc:spChg chg="add mod">
          <ac:chgData name="Truong, Trinh" userId="ec89860f-cffb-47f9-b014-0b74e8c74a11" providerId="ADAL" clId="{23E1F7E8-6C26-4AA5-9663-30F80110B08F}" dt="2026-04-30T20:48:38.338" v="2251" actId="1076"/>
          <ac:spMkLst>
            <pc:docMk/>
            <pc:sldMk cId="895073715" sldId="396"/>
            <ac:spMk id="6" creationId="{7E50E229-7C2C-411A-B2B8-5D131772A6E7}"/>
          </ac:spMkLst>
        </pc:spChg>
        <pc:spChg chg="add mod">
          <ac:chgData name="Truong, Trinh" userId="ec89860f-cffb-47f9-b014-0b74e8c74a11" providerId="ADAL" clId="{23E1F7E8-6C26-4AA5-9663-30F80110B08F}" dt="2026-04-30T20:45:23.869" v="2144" actId="1076"/>
          <ac:spMkLst>
            <pc:docMk/>
            <pc:sldMk cId="895073715" sldId="396"/>
            <ac:spMk id="8" creationId="{5DB78883-2B50-265C-72C6-FBD8658FD568}"/>
          </ac:spMkLst>
        </pc:spChg>
        <pc:spChg chg="add mod">
          <ac:chgData name="Truong, Trinh" userId="ec89860f-cffb-47f9-b014-0b74e8c74a11" providerId="ADAL" clId="{23E1F7E8-6C26-4AA5-9663-30F80110B08F}" dt="2026-04-30T20:48:34.866" v="2250" actId="1076"/>
          <ac:spMkLst>
            <pc:docMk/>
            <pc:sldMk cId="895073715" sldId="396"/>
            <ac:spMk id="10" creationId="{737B0798-03F8-EABC-D8ED-960BEC7D3D4F}"/>
          </ac:spMkLst>
        </pc:spChg>
        <pc:spChg chg="add mod">
          <ac:chgData name="Truong, Trinh" userId="ec89860f-cffb-47f9-b014-0b74e8c74a11" providerId="ADAL" clId="{23E1F7E8-6C26-4AA5-9663-30F80110B08F}" dt="2026-04-30T20:45:32.073" v="2146" actId="1076"/>
          <ac:spMkLst>
            <pc:docMk/>
            <pc:sldMk cId="895073715" sldId="396"/>
            <ac:spMk id="12" creationId="{D4080AA3-F4C8-447C-CE33-21418E388996}"/>
          </ac:spMkLst>
        </pc:spChg>
        <pc:spChg chg="add mod">
          <ac:chgData name="Truong, Trinh" userId="ec89860f-cffb-47f9-b014-0b74e8c74a11" providerId="ADAL" clId="{23E1F7E8-6C26-4AA5-9663-30F80110B08F}" dt="2026-04-30T20:46:45.171" v="2192" actId="1076"/>
          <ac:spMkLst>
            <pc:docMk/>
            <pc:sldMk cId="895073715" sldId="396"/>
            <ac:spMk id="14" creationId="{BD810AB8-4D68-D842-0A9E-F1A080B164D4}"/>
          </ac:spMkLst>
        </pc:spChg>
        <pc:spChg chg="add mod">
          <ac:chgData name="Truong, Trinh" userId="ec89860f-cffb-47f9-b014-0b74e8c74a11" providerId="ADAL" clId="{23E1F7E8-6C26-4AA5-9663-30F80110B08F}" dt="2026-04-30T20:47:17.607" v="2205" actId="767"/>
          <ac:spMkLst>
            <pc:docMk/>
            <pc:sldMk cId="895073715" sldId="396"/>
            <ac:spMk id="21" creationId="{D6CBB1C8-B5C6-C3D3-EAD2-739471AA091A}"/>
          </ac:spMkLst>
        </pc:spChg>
        <pc:spChg chg="add mod">
          <ac:chgData name="Truong, Trinh" userId="ec89860f-cffb-47f9-b014-0b74e8c74a11" providerId="ADAL" clId="{23E1F7E8-6C26-4AA5-9663-30F80110B08F}" dt="2026-05-01T03:28:31.799" v="4551" actId="20577"/>
          <ac:spMkLst>
            <pc:docMk/>
            <pc:sldMk cId="895073715" sldId="396"/>
            <ac:spMk id="22" creationId="{8E1D62DB-C5F3-73D5-B621-192FBBBFDC9D}"/>
          </ac:spMkLst>
        </pc:spChg>
        <pc:spChg chg="add mod">
          <ac:chgData name="Truong, Trinh" userId="ec89860f-cffb-47f9-b014-0b74e8c74a11" providerId="ADAL" clId="{23E1F7E8-6C26-4AA5-9663-30F80110B08F}" dt="2026-04-30T20:47:48.857" v="2234" actId="20577"/>
          <ac:spMkLst>
            <pc:docMk/>
            <pc:sldMk cId="895073715" sldId="396"/>
            <ac:spMk id="23" creationId="{A01EAFC6-4D04-DB37-1799-C9BF9045FB8B}"/>
          </ac:spMkLst>
        </pc:spChg>
        <pc:spChg chg="add mod">
          <ac:chgData name="Truong, Trinh" userId="ec89860f-cffb-47f9-b014-0b74e8c74a11" providerId="ADAL" clId="{23E1F7E8-6C26-4AA5-9663-30F80110B08F}" dt="2026-04-30T20:48:34.866" v="2250" actId="1076"/>
          <ac:spMkLst>
            <pc:docMk/>
            <pc:sldMk cId="895073715" sldId="396"/>
            <ac:spMk id="24" creationId="{89930FEE-33D3-744E-3203-F9613CF3D390}"/>
          </ac:spMkLst>
        </pc:spChg>
        <pc:spChg chg="add mod">
          <ac:chgData name="Truong, Trinh" userId="ec89860f-cffb-47f9-b014-0b74e8c74a11" providerId="ADAL" clId="{23E1F7E8-6C26-4AA5-9663-30F80110B08F}" dt="2026-04-30T20:48:08.017" v="2242" actId="20577"/>
          <ac:spMkLst>
            <pc:docMk/>
            <pc:sldMk cId="895073715" sldId="396"/>
            <ac:spMk id="25" creationId="{5AA2B8DD-C222-05A7-B2F8-5A57BA02137F}"/>
          </ac:spMkLst>
        </pc:spChg>
        <pc:spChg chg="add mod">
          <ac:chgData name="Truong, Trinh" userId="ec89860f-cffb-47f9-b014-0b74e8c74a11" providerId="ADAL" clId="{23E1F7E8-6C26-4AA5-9663-30F80110B08F}" dt="2026-04-30T20:48:14.344" v="2246" actId="20577"/>
          <ac:spMkLst>
            <pc:docMk/>
            <pc:sldMk cId="895073715" sldId="396"/>
            <ac:spMk id="26" creationId="{FBC0F9C3-81D3-603B-2F1A-94EE4E61304C}"/>
          </ac:spMkLst>
        </pc:spChg>
        <pc:picChg chg="add mod">
          <ac:chgData name="Truong, Trinh" userId="ec89860f-cffb-47f9-b014-0b74e8c74a11" providerId="ADAL" clId="{23E1F7E8-6C26-4AA5-9663-30F80110B08F}" dt="2026-04-30T20:45:23.869" v="2144" actId="1076"/>
          <ac:picMkLst>
            <pc:docMk/>
            <pc:sldMk cId="895073715" sldId="396"/>
            <ac:picMk id="7" creationId="{4DD628C0-D181-6141-A958-144D0462CA61}"/>
          </ac:picMkLst>
        </pc:picChg>
        <pc:picChg chg="add mod">
          <ac:chgData name="Truong, Trinh" userId="ec89860f-cffb-47f9-b014-0b74e8c74a11" providerId="ADAL" clId="{23E1F7E8-6C26-4AA5-9663-30F80110B08F}" dt="2026-04-30T20:48:34.866" v="2250" actId="1076"/>
          <ac:picMkLst>
            <pc:docMk/>
            <pc:sldMk cId="895073715" sldId="396"/>
            <ac:picMk id="9" creationId="{6921FDCB-A844-455E-E7FF-C0204B4968C2}"/>
          </ac:picMkLst>
        </pc:picChg>
        <pc:picChg chg="add mod">
          <ac:chgData name="Truong, Trinh" userId="ec89860f-cffb-47f9-b014-0b74e8c74a11" providerId="ADAL" clId="{23E1F7E8-6C26-4AA5-9663-30F80110B08F}" dt="2026-04-30T20:45:32.073" v="2146" actId="1076"/>
          <ac:picMkLst>
            <pc:docMk/>
            <pc:sldMk cId="895073715" sldId="396"/>
            <ac:picMk id="11" creationId="{AF5B09CB-7801-79B9-7AA8-FDCDA0B9FB67}"/>
          </ac:picMkLst>
        </pc:picChg>
        <pc:picChg chg="add mod">
          <ac:chgData name="Truong, Trinh" userId="ec89860f-cffb-47f9-b014-0b74e8c74a11" providerId="ADAL" clId="{23E1F7E8-6C26-4AA5-9663-30F80110B08F}" dt="2026-04-30T20:46:01.740" v="2151" actId="1076"/>
          <ac:picMkLst>
            <pc:docMk/>
            <pc:sldMk cId="895073715" sldId="396"/>
            <ac:picMk id="13" creationId="{36654E74-4459-CE90-C67C-44BCE8D8C7C8}"/>
          </ac:picMkLst>
        </pc:picChg>
        <pc:cxnChg chg="add del">
          <ac:chgData name="Truong, Trinh" userId="ec89860f-cffb-47f9-b014-0b74e8c74a11" providerId="ADAL" clId="{23E1F7E8-6C26-4AA5-9663-30F80110B08F}" dt="2026-04-30T20:46:59.863" v="2194" actId="11529"/>
          <ac:cxnSpMkLst>
            <pc:docMk/>
            <pc:sldMk cId="895073715" sldId="396"/>
            <ac:cxnSpMk id="16" creationId="{E930F537-BAA5-33B8-C6CE-3DD7B948244C}"/>
          </ac:cxnSpMkLst>
        </pc:cxnChg>
        <pc:cxnChg chg="add del">
          <ac:chgData name="Truong, Trinh" userId="ec89860f-cffb-47f9-b014-0b74e8c74a11" providerId="ADAL" clId="{23E1F7E8-6C26-4AA5-9663-30F80110B08F}" dt="2026-04-30T20:47:02.751" v="2196" actId="11529"/>
          <ac:cxnSpMkLst>
            <pc:docMk/>
            <pc:sldMk cId="895073715" sldId="396"/>
            <ac:cxnSpMk id="18" creationId="{CED05602-2A82-7975-0686-C1E0E20171B1}"/>
          </ac:cxnSpMkLst>
        </pc:cxnChg>
        <pc:cxnChg chg="add mod">
          <ac:chgData name="Truong, Trinh" userId="ec89860f-cffb-47f9-b014-0b74e8c74a11" providerId="ADAL" clId="{23E1F7E8-6C26-4AA5-9663-30F80110B08F}" dt="2026-04-30T20:47:11.557" v="2199" actId="1582"/>
          <ac:cxnSpMkLst>
            <pc:docMk/>
            <pc:sldMk cId="895073715" sldId="396"/>
            <ac:cxnSpMk id="20" creationId="{F7F2D890-6EC9-1E54-B445-3A1E00BADA4E}"/>
          </ac:cxnSpMkLst>
        </pc:cxnChg>
      </pc:sldChg>
      <pc:sldChg chg="addSp delSp modSp add mod">
        <pc:chgData name="Truong, Trinh" userId="ec89860f-cffb-47f9-b014-0b74e8c74a11" providerId="ADAL" clId="{23E1F7E8-6C26-4AA5-9663-30F80110B08F}" dt="2026-04-30T20:52:50.768" v="2496" actId="1076"/>
        <pc:sldMkLst>
          <pc:docMk/>
          <pc:sldMk cId="1141202134" sldId="397"/>
        </pc:sldMkLst>
        <pc:spChg chg="del mod">
          <ac:chgData name="Truong, Trinh" userId="ec89860f-cffb-47f9-b014-0b74e8c74a11" providerId="ADAL" clId="{23E1F7E8-6C26-4AA5-9663-30F80110B08F}" dt="2026-04-30T20:48:25.291" v="2249" actId="478"/>
          <ac:spMkLst>
            <pc:docMk/>
            <pc:sldMk cId="1141202134" sldId="397"/>
            <ac:spMk id="2" creationId="{D22DFCB6-4DAA-191E-D05F-7E1ADC5870BD}"/>
          </ac:spMkLst>
        </pc:spChg>
        <pc:spChg chg="del">
          <ac:chgData name="Truong, Trinh" userId="ec89860f-cffb-47f9-b014-0b74e8c74a11" providerId="ADAL" clId="{23E1F7E8-6C26-4AA5-9663-30F80110B08F}" dt="2026-04-30T20:48:22.632" v="2247" actId="478"/>
          <ac:spMkLst>
            <pc:docMk/>
            <pc:sldMk cId="1141202134" sldId="397"/>
            <ac:spMk id="3" creationId="{AA40487B-614A-103E-0078-96FC62AEAABF}"/>
          </ac:spMkLst>
        </pc:spChg>
        <pc:spChg chg="del">
          <ac:chgData name="Truong, Trinh" userId="ec89860f-cffb-47f9-b014-0b74e8c74a11" providerId="ADAL" clId="{23E1F7E8-6C26-4AA5-9663-30F80110B08F}" dt="2026-04-30T20:48:24.160" v="2248" actId="478"/>
          <ac:spMkLst>
            <pc:docMk/>
            <pc:sldMk cId="1141202134" sldId="397"/>
            <ac:spMk id="4" creationId="{DBEB809A-6F5D-5833-1247-B623643123DC}"/>
          </ac:spMkLst>
        </pc:spChg>
        <pc:spChg chg="add mod">
          <ac:chgData name="Truong, Trinh" userId="ec89860f-cffb-47f9-b014-0b74e8c74a11" providerId="ADAL" clId="{23E1F7E8-6C26-4AA5-9663-30F80110B08F}" dt="2026-04-30T20:48:47.339" v="2253" actId="1076"/>
          <ac:spMkLst>
            <pc:docMk/>
            <pc:sldMk cId="1141202134" sldId="397"/>
            <ac:spMk id="6" creationId="{B735668C-16B6-79B0-FAD7-58ADDF25E3E8}"/>
          </ac:spMkLst>
        </pc:spChg>
        <pc:spChg chg="add mod">
          <ac:chgData name="Truong, Trinh" userId="ec89860f-cffb-47f9-b014-0b74e8c74a11" providerId="ADAL" clId="{23E1F7E8-6C26-4AA5-9663-30F80110B08F}" dt="2026-04-30T20:52:01.873" v="2484" actId="1076"/>
          <ac:spMkLst>
            <pc:docMk/>
            <pc:sldMk cId="1141202134" sldId="397"/>
            <ac:spMk id="7" creationId="{61073969-7A8D-2A37-07CC-43B12C1CD02E}"/>
          </ac:spMkLst>
        </pc:spChg>
        <pc:spChg chg="add mod">
          <ac:chgData name="Truong, Trinh" userId="ec89860f-cffb-47f9-b014-0b74e8c74a11" providerId="ADAL" clId="{23E1F7E8-6C26-4AA5-9663-30F80110B08F}" dt="2026-04-30T20:52:50.768" v="2496" actId="1076"/>
          <ac:spMkLst>
            <pc:docMk/>
            <pc:sldMk cId="1141202134" sldId="397"/>
            <ac:spMk id="8" creationId="{2D01D8E5-97EE-12F6-2385-CC0DE95BC99B}"/>
          </ac:spMkLst>
        </pc:spChg>
        <pc:picChg chg="add mod">
          <ac:chgData name="Truong, Trinh" userId="ec89860f-cffb-47f9-b014-0b74e8c74a11" providerId="ADAL" clId="{23E1F7E8-6C26-4AA5-9663-30F80110B08F}" dt="2026-04-30T20:52:48.303" v="2495" actId="1076"/>
          <ac:picMkLst>
            <pc:docMk/>
            <pc:sldMk cId="1141202134" sldId="397"/>
            <ac:picMk id="9" creationId="{3C0D8694-014E-E4D1-A6DB-CA79409154D4}"/>
          </ac:picMkLst>
        </pc:picChg>
        <pc:picChg chg="add mod">
          <ac:chgData name="Truong, Trinh" userId="ec89860f-cffb-47f9-b014-0b74e8c74a11" providerId="ADAL" clId="{23E1F7E8-6C26-4AA5-9663-30F80110B08F}" dt="2026-04-30T20:52:45.204" v="2493" actId="14100"/>
          <ac:picMkLst>
            <pc:docMk/>
            <pc:sldMk cId="1141202134" sldId="397"/>
            <ac:picMk id="10" creationId="{3D13CB75-E476-A23B-7974-E63C6C74B64F}"/>
          </ac:picMkLst>
        </pc:picChg>
      </pc:sldChg>
      <pc:sldChg chg="addSp delSp modSp add mod">
        <pc:chgData name="Truong, Trinh" userId="ec89860f-cffb-47f9-b014-0b74e8c74a11" providerId="ADAL" clId="{23E1F7E8-6C26-4AA5-9663-30F80110B08F}" dt="2026-04-30T21:10:46.063" v="3180" actId="1076"/>
        <pc:sldMkLst>
          <pc:docMk/>
          <pc:sldMk cId="1336114455" sldId="398"/>
        </pc:sldMkLst>
        <pc:spChg chg="add mod">
          <ac:chgData name="Truong, Trinh" userId="ec89860f-cffb-47f9-b014-0b74e8c74a11" providerId="ADAL" clId="{23E1F7E8-6C26-4AA5-9663-30F80110B08F}" dt="2026-04-30T20:54:39.028" v="2523" actId="20577"/>
          <ac:spMkLst>
            <pc:docMk/>
            <pc:sldMk cId="1336114455" sldId="398"/>
            <ac:spMk id="2" creationId="{28D51F36-E4D8-B27E-40C2-A58097B2CA84}"/>
          </ac:spMkLst>
        </pc:spChg>
        <pc:spChg chg="add mod">
          <ac:chgData name="Truong, Trinh" userId="ec89860f-cffb-47f9-b014-0b74e8c74a11" providerId="ADAL" clId="{23E1F7E8-6C26-4AA5-9663-30F80110B08F}" dt="2026-04-30T21:05:28.737" v="2879" actId="1076"/>
          <ac:spMkLst>
            <pc:docMk/>
            <pc:sldMk cId="1336114455" sldId="398"/>
            <ac:spMk id="3" creationId="{3BB16C39-A2C6-46BC-6DA8-1AF22B148F4F}"/>
          </ac:spMkLst>
        </pc:spChg>
        <pc:spChg chg="add mod">
          <ac:chgData name="Truong, Trinh" userId="ec89860f-cffb-47f9-b014-0b74e8c74a11" providerId="ADAL" clId="{23E1F7E8-6C26-4AA5-9663-30F80110B08F}" dt="2026-04-30T21:10:46.063" v="3180" actId="1076"/>
          <ac:spMkLst>
            <pc:docMk/>
            <pc:sldMk cId="1336114455" sldId="398"/>
            <ac:spMk id="4" creationId="{C3282376-AC4E-2159-9753-7C5819F87ADE}"/>
          </ac:spMkLst>
        </pc:spChg>
        <pc:spChg chg="del">
          <ac:chgData name="Truong, Trinh" userId="ec89860f-cffb-47f9-b014-0b74e8c74a11" providerId="ADAL" clId="{23E1F7E8-6C26-4AA5-9663-30F80110B08F}" dt="2026-04-30T20:54:20.998" v="2503" actId="478"/>
          <ac:spMkLst>
            <pc:docMk/>
            <pc:sldMk cId="1336114455" sldId="398"/>
            <ac:spMk id="6" creationId="{93286549-67D8-49C4-8E61-9B36A549C4A9}"/>
          </ac:spMkLst>
        </pc:spChg>
        <pc:spChg chg="del">
          <ac:chgData name="Truong, Trinh" userId="ec89860f-cffb-47f9-b014-0b74e8c74a11" providerId="ADAL" clId="{23E1F7E8-6C26-4AA5-9663-30F80110B08F}" dt="2026-04-30T20:54:17.135" v="2498" actId="478"/>
          <ac:spMkLst>
            <pc:docMk/>
            <pc:sldMk cId="1336114455" sldId="398"/>
            <ac:spMk id="7" creationId="{AF1222D1-C1EC-8347-57AA-7E6557A3DCD3}"/>
          </ac:spMkLst>
        </pc:spChg>
        <pc:spChg chg="del mod">
          <ac:chgData name="Truong, Trinh" userId="ec89860f-cffb-47f9-b014-0b74e8c74a11" providerId="ADAL" clId="{23E1F7E8-6C26-4AA5-9663-30F80110B08F}" dt="2026-04-30T20:54:18.579" v="2500" actId="478"/>
          <ac:spMkLst>
            <pc:docMk/>
            <pc:sldMk cId="1336114455" sldId="398"/>
            <ac:spMk id="8" creationId="{A41A5702-193A-1BB0-32EE-B6FC9E13FC63}"/>
          </ac:spMkLst>
        </pc:spChg>
        <pc:spChg chg="add mod">
          <ac:chgData name="Truong, Trinh" userId="ec89860f-cffb-47f9-b014-0b74e8c74a11" providerId="ADAL" clId="{23E1F7E8-6C26-4AA5-9663-30F80110B08F}" dt="2026-04-30T21:10:33.235" v="3178" actId="1076"/>
          <ac:spMkLst>
            <pc:docMk/>
            <pc:sldMk cId="1336114455" sldId="398"/>
            <ac:spMk id="11" creationId="{57755FC3-34B8-FA5F-B648-2266DC33D3B8}"/>
          </ac:spMkLst>
        </pc:spChg>
        <pc:spChg chg="add mod">
          <ac:chgData name="Truong, Trinh" userId="ec89860f-cffb-47f9-b014-0b74e8c74a11" providerId="ADAL" clId="{23E1F7E8-6C26-4AA5-9663-30F80110B08F}" dt="2026-04-30T21:10:35.639" v="3179" actId="1076"/>
          <ac:spMkLst>
            <pc:docMk/>
            <pc:sldMk cId="1336114455" sldId="398"/>
            <ac:spMk id="12" creationId="{07A7FDFC-F6FC-36F7-91D1-9796CD3190DB}"/>
          </ac:spMkLst>
        </pc:spChg>
        <pc:picChg chg="del">
          <ac:chgData name="Truong, Trinh" userId="ec89860f-cffb-47f9-b014-0b74e8c74a11" providerId="ADAL" clId="{23E1F7E8-6C26-4AA5-9663-30F80110B08F}" dt="2026-04-30T20:54:19.606" v="2502" actId="478"/>
          <ac:picMkLst>
            <pc:docMk/>
            <pc:sldMk cId="1336114455" sldId="398"/>
            <ac:picMk id="9" creationId="{F8B027DE-D041-EFE6-E5C8-7DA56C7D6E5D}"/>
          </ac:picMkLst>
        </pc:picChg>
        <pc:picChg chg="del">
          <ac:chgData name="Truong, Trinh" userId="ec89860f-cffb-47f9-b014-0b74e8c74a11" providerId="ADAL" clId="{23E1F7E8-6C26-4AA5-9663-30F80110B08F}" dt="2026-04-30T20:54:19.122" v="2501" actId="478"/>
          <ac:picMkLst>
            <pc:docMk/>
            <pc:sldMk cId="1336114455" sldId="398"/>
            <ac:picMk id="10" creationId="{8AE81079-416E-8DD6-E174-FB6EF34AF1C5}"/>
          </ac:picMkLst>
        </pc:picChg>
      </pc:sldChg>
      <pc:sldChg chg="addSp modSp add mod">
        <pc:chgData name="Truong, Trinh" userId="ec89860f-cffb-47f9-b014-0b74e8c74a11" providerId="ADAL" clId="{23E1F7E8-6C26-4AA5-9663-30F80110B08F}" dt="2026-05-01T02:32:58.218" v="3217" actId="1076"/>
        <pc:sldMkLst>
          <pc:docMk/>
          <pc:sldMk cId="2978143719" sldId="399"/>
        </pc:sldMkLst>
        <pc:spChg chg="add mod">
          <ac:chgData name="Truong, Trinh" userId="ec89860f-cffb-47f9-b014-0b74e8c74a11" providerId="ADAL" clId="{23E1F7E8-6C26-4AA5-9663-30F80110B08F}" dt="2026-05-01T02:32:10.198" v="3195" actId="20577"/>
          <ac:spMkLst>
            <pc:docMk/>
            <pc:sldMk cId="2978143719" sldId="399"/>
            <ac:spMk id="2" creationId="{9EA99C85-C76D-8A46-E3AE-2F3E0E2E5359}"/>
          </ac:spMkLst>
        </pc:spChg>
        <pc:spChg chg="add mod">
          <ac:chgData name="Truong, Trinh" userId="ec89860f-cffb-47f9-b014-0b74e8c74a11" providerId="ADAL" clId="{23E1F7E8-6C26-4AA5-9663-30F80110B08F}" dt="2026-05-01T02:32:35.518" v="3213" actId="20577"/>
          <ac:spMkLst>
            <pc:docMk/>
            <pc:sldMk cId="2978143719" sldId="399"/>
            <ac:spMk id="3" creationId="{4054CD8A-B09D-322E-43AC-5803A24EEEC2}"/>
          </ac:spMkLst>
        </pc:spChg>
        <pc:picChg chg="add mod">
          <ac:chgData name="Truong, Trinh" userId="ec89860f-cffb-47f9-b014-0b74e8c74a11" providerId="ADAL" clId="{23E1F7E8-6C26-4AA5-9663-30F80110B08F}" dt="2026-05-01T02:32:58.218" v="3217" actId="1076"/>
          <ac:picMkLst>
            <pc:docMk/>
            <pc:sldMk cId="2978143719" sldId="399"/>
            <ac:picMk id="4" creationId="{8A62BA8D-D8F4-6578-3A9B-E1D53C3BC395}"/>
          </ac:picMkLst>
        </pc:picChg>
      </pc:sldChg>
      <pc:sldChg chg="addSp delSp modSp add mod">
        <pc:chgData name="Truong, Trinh" userId="ec89860f-cffb-47f9-b014-0b74e8c74a11" providerId="ADAL" clId="{23E1F7E8-6C26-4AA5-9663-30F80110B08F}" dt="2026-05-01T02:35:48.850" v="3278" actId="1076"/>
        <pc:sldMkLst>
          <pc:docMk/>
          <pc:sldMk cId="4185238152" sldId="400"/>
        </pc:sldMkLst>
        <pc:spChg chg="add mod">
          <ac:chgData name="Truong, Trinh" userId="ec89860f-cffb-47f9-b014-0b74e8c74a11" providerId="ADAL" clId="{23E1F7E8-6C26-4AA5-9663-30F80110B08F}" dt="2026-05-01T02:33:52.880" v="3232" actId="20577"/>
          <ac:spMkLst>
            <pc:docMk/>
            <pc:sldMk cId="4185238152" sldId="400"/>
            <ac:spMk id="2" creationId="{6961EE20-4714-651C-B5A6-020E4D2441F1}"/>
          </ac:spMkLst>
        </pc:spChg>
        <pc:graphicFrameChg chg="add del mod">
          <ac:chgData name="Truong, Trinh" userId="ec89860f-cffb-47f9-b014-0b74e8c74a11" providerId="ADAL" clId="{23E1F7E8-6C26-4AA5-9663-30F80110B08F}" dt="2026-05-01T02:33:59.283" v="3235"/>
          <ac:graphicFrameMkLst>
            <pc:docMk/>
            <pc:sldMk cId="4185238152" sldId="400"/>
            <ac:graphicFrameMk id="3" creationId="{2402F269-4618-7271-BB19-4D1EA66B3DF6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5-01T02:35:48.850" v="3278" actId="1076"/>
          <ac:graphicFrameMkLst>
            <pc:docMk/>
            <pc:sldMk cId="4185238152" sldId="400"/>
            <ac:graphicFrameMk id="4" creationId="{4F0B9978-C8C4-6EA7-F40D-2C7978680E5B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5-01T02:47:08.418" v="3455" actId="207"/>
        <pc:sldMkLst>
          <pc:docMk/>
          <pc:sldMk cId="1329079829" sldId="401"/>
        </pc:sldMkLst>
        <pc:spChg chg="add del">
          <ac:chgData name="Truong, Trinh" userId="ec89860f-cffb-47f9-b014-0b74e8c74a11" providerId="ADAL" clId="{23E1F7E8-6C26-4AA5-9663-30F80110B08F}" dt="2026-05-01T02:37:41.863" v="3282"/>
          <ac:spMkLst>
            <pc:docMk/>
            <pc:sldMk cId="1329079829" sldId="401"/>
            <ac:spMk id="3" creationId="{18C8F060-DC08-7C6E-4107-63F6FFFCCDF5}"/>
          </ac:spMkLst>
        </pc:spChg>
        <pc:spChg chg="add mod">
          <ac:chgData name="Truong, Trinh" userId="ec89860f-cffb-47f9-b014-0b74e8c74a11" providerId="ADAL" clId="{23E1F7E8-6C26-4AA5-9663-30F80110B08F}" dt="2026-05-01T02:38:02.055" v="3305" actId="1076"/>
          <ac:spMkLst>
            <pc:docMk/>
            <pc:sldMk cId="1329079829" sldId="401"/>
            <ac:spMk id="4" creationId="{3FC9E001-EA66-33C2-0E2B-27EAB17444CF}"/>
          </ac:spMkLst>
        </pc:spChg>
        <pc:graphicFrameChg chg="add del mod">
          <ac:chgData name="Truong, Trinh" userId="ec89860f-cffb-47f9-b014-0b74e8c74a11" providerId="ADAL" clId="{23E1F7E8-6C26-4AA5-9663-30F80110B08F}" dt="2026-05-01T02:38:09.148" v="3308"/>
          <ac:graphicFrameMkLst>
            <pc:docMk/>
            <pc:sldMk cId="1329079829" sldId="401"/>
            <ac:graphicFrameMk id="6" creationId="{091EA480-B958-7FA4-D354-A0F49DDB5A5E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5-01T02:47:08.418" v="3455" actId="207"/>
          <ac:graphicFrameMkLst>
            <pc:docMk/>
            <pc:sldMk cId="1329079829" sldId="401"/>
            <ac:graphicFrameMk id="7" creationId="{390A521C-718C-0B30-0671-C050EFB73975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5-01T02:51:09.346" v="3540" actId="120"/>
        <pc:sldMkLst>
          <pc:docMk/>
          <pc:sldMk cId="3797066006" sldId="402"/>
        </pc:sldMkLst>
        <pc:spChg chg="add mod">
          <ac:chgData name="Truong, Trinh" userId="ec89860f-cffb-47f9-b014-0b74e8c74a11" providerId="ADAL" clId="{23E1F7E8-6C26-4AA5-9663-30F80110B08F}" dt="2026-05-01T02:48:08.008" v="3485" actId="20577"/>
          <ac:spMkLst>
            <pc:docMk/>
            <pc:sldMk cId="3797066006" sldId="402"/>
            <ac:spMk id="2" creationId="{295E3946-2B8A-9341-3133-C549CE43641F}"/>
          </ac:spMkLst>
        </pc:spChg>
        <pc:spChg chg="add mod">
          <ac:chgData name="Truong, Trinh" userId="ec89860f-cffb-47f9-b014-0b74e8c74a11" providerId="ADAL" clId="{23E1F7E8-6C26-4AA5-9663-30F80110B08F}" dt="2026-05-01T02:50:29.634" v="3535" actId="1076"/>
          <ac:spMkLst>
            <pc:docMk/>
            <pc:sldMk cId="3797066006" sldId="402"/>
            <ac:spMk id="6" creationId="{4FBDC47A-D4FD-8BC0-95AC-835ECB7870BD}"/>
          </ac:spMkLst>
        </pc:spChg>
        <pc:graphicFrameChg chg="add del mod">
          <ac:chgData name="Truong, Trinh" userId="ec89860f-cffb-47f9-b014-0b74e8c74a11" providerId="ADAL" clId="{23E1F7E8-6C26-4AA5-9663-30F80110B08F}" dt="2026-05-01T02:48:09.868" v="3488"/>
          <ac:graphicFrameMkLst>
            <pc:docMk/>
            <pc:sldMk cId="3797066006" sldId="402"/>
            <ac:graphicFrameMk id="3" creationId="{A6D61E9E-57B1-7055-98AD-6C663C7F288C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5-01T02:51:09.346" v="3540" actId="120"/>
          <ac:graphicFrameMkLst>
            <pc:docMk/>
            <pc:sldMk cId="3797066006" sldId="402"/>
            <ac:graphicFrameMk id="4" creationId="{58020B8D-B3D6-2C86-7B5E-E9E29AD56716}"/>
          </ac:graphicFrameMkLst>
        </pc:graphicFrameChg>
        <pc:graphicFrameChg chg="add del mod">
          <ac:chgData name="Truong, Trinh" userId="ec89860f-cffb-47f9-b014-0b74e8c74a11" providerId="ADAL" clId="{23E1F7E8-6C26-4AA5-9663-30F80110B08F}" dt="2026-05-01T02:50:15.628" v="3528"/>
          <ac:graphicFrameMkLst>
            <pc:docMk/>
            <pc:sldMk cId="3797066006" sldId="402"/>
            <ac:graphicFrameMk id="7" creationId="{F5CC4F5C-E0DB-7A5E-8CF7-2172A4CFC747}"/>
          </ac:graphicFrameMkLst>
        </pc:graphicFrameChg>
        <pc:graphicFrameChg chg="add del mod">
          <ac:chgData name="Truong, Trinh" userId="ec89860f-cffb-47f9-b014-0b74e8c74a11" providerId="ADAL" clId="{23E1F7E8-6C26-4AA5-9663-30F80110B08F}" dt="2026-05-01T02:50:25.681" v="3533"/>
          <ac:graphicFrameMkLst>
            <pc:docMk/>
            <pc:sldMk cId="3797066006" sldId="402"/>
            <ac:graphicFrameMk id="8" creationId="{0074DE0A-BE64-7733-C93B-9C6AF16FAC9A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5-01T02:53:34.598" v="3590" actId="207"/>
        <pc:sldMkLst>
          <pc:docMk/>
          <pc:sldMk cId="281263675" sldId="403"/>
        </pc:sldMkLst>
        <pc:spChg chg="add mod">
          <ac:chgData name="Truong, Trinh" userId="ec89860f-cffb-47f9-b014-0b74e8c74a11" providerId="ADAL" clId="{23E1F7E8-6C26-4AA5-9663-30F80110B08F}" dt="2026-05-01T02:52:05.378" v="3567" actId="1076"/>
          <ac:spMkLst>
            <pc:docMk/>
            <pc:sldMk cId="281263675" sldId="403"/>
            <ac:spMk id="2" creationId="{FC09CEF5-5A1C-88E4-E33A-920679B8C321}"/>
          </ac:spMkLst>
        </pc:spChg>
        <pc:graphicFrameChg chg="add del mod">
          <ac:chgData name="Truong, Trinh" userId="ec89860f-cffb-47f9-b014-0b74e8c74a11" providerId="ADAL" clId="{23E1F7E8-6C26-4AA5-9663-30F80110B08F}" dt="2026-05-01T02:52:02.634" v="3565"/>
          <ac:graphicFrameMkLst>
            <pc:docMk/>
            <pc:sldMk cId="281263675" sldId="403"/>
            <ac:graphicFrameMk id="3" creationId="{0E274452-54FE-4619-B03D-230DF3D15C0D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5-01T02:53:34.598" v="3590" actId="207"/>
          <ac:graphicFrameMkLst>
            <pc:docMk/>
            <pc:sldMk cId="281263675" sldId="403"/>
            <ac:graphicFrameMk id="4" creationId="{2BBCA962-02BB-F099-2FBA-9296B23C7FE6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5-01T02:55:52.348" v="3633" actId="1076"/>
        <pc:sldMkLst>
          <pc:docMk/>
          <pc:sldMk cId="415991271" sldId="404"/>
        </pc:sldMkLst>
        <pc:spChg chg="add mod">
          <ac:chgData name="Truong, Trinh" userId="ec89860f-cffb-47f9-b014-0b74e8c74a11" providerId="ADAL" clId="{23E1F7E8-6C26-4AA5-9663-30F80110B08F}" dt="2026-05-01T02:53:53.379" v="3597" actId="20577"/>
          <ac:spMkLst>
            <pc:docMk/>
            <pc:sldMk cId="415991271" sldId="404"/>
            <ac:spMk id="4" creationId="{12775178-AB11-7528-3300-FD7A80F30D21}"/>
          </ac:spMkLst>
        </pc:spChg>
        <pc:graphicFrameChg chg="add del mod">
          <ac:chgData name="Truong, Trinh" userId="ec89860f-cffb-47f9-b014-0b74e8c74a11" providerId="ADAL" clId="{23E1F7E8-6C26-4AA5-9663-30F80110B08F}" dt="2026-05-01T02:53:46.592" v="3593"/>
          <ac:graphicFrameMkLst>
            <pc:docMk/>
            <pc:sldMk cId="415991271" sldId="404"/>
            <ac:graphicFrameMk id="2" creationId="{2C052BBB-4F72-32F0-2F8E-520546DF90FF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5-01T02:55:52.348" v="3633" actId="1076"/>
          <ac:graphicFrameMkLst>
            <pc:docMk/>
            <pc:sldMk cId="415991271" sldId="404"/>
            <ac:graphicFrameMk id="3" creationId="{77D0EB5B-180B-B4A4-0055-9F278C012019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5-01T02:59:21.888" v="3717" actId="1076"/>
        <pc:sldMkLst>
          <pc:docMk/>
          <pc:sldMk cId="1748454617" sldId="405"/>
        </pc:sldMkLst>
        <pc:spChg chg="add mod">
          <ac:chgData name="Truong, Trinh" userId="ec89860f-cffb-47f9-b014-0b74e8c74a11" providerId="ADAL" clId="{23E1F7E8-6C26-4AA5-9663-30F80110B08F}" dt="2026-05-01T02:56:02.375" v="3636" actId="20577"/>
          <ac:spMkLst>
            <pc:docMk/>
            <pc:sldMk cId="1748454617" sldId="405"/>
            <ac:spMk id="2" creationId="{EEE73021-FF1B-D36E-FBA5-8E5026F6CA19}"/>
          </ac:spMkLst>
        </pc:spChg>
        <pc:graphicFrameChg chg="add del mod">
          <ac:chgData name="Truong, Trinh" userId="ec89860f-cffb-47f9-b014-0b74e8c74a11" providerId="ADAL" clId="{23E1F7E8-6C26-4AA5-9663-30F80110B08F}" dt="2026-05-01T02:56:09.010" v="3639"/>
          <ac:graphicFrameMkLst>
            <pc:docMk/>
            <pc:sldMk cId="1748454617" sldId="405"/>
            <ac:graphicFrameMk id="3" creationId="{31CCA141-636A-48EE-0463-AF647188D79E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5-01T02:59:21.888" v="3717" actId="1076"/>
          <ac:graphicFrameMkLst>
            <pc:docMk/>
            <pc:sldMk cId="1748454617" sldId="405"/>
            <ac:graphicFrameMk id="4" creationId="{1CAB953D-8CB6-6A53-45D6-E074448D3A94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5-01T03:06:33.658" v="3795" actId="20577"/>
        <pc:sldMkLst>
          <pc:docMk/>
          <pc:sldMk cId="2002184248" sldId="406"/>
        </pc:sldMkLst>
        <pc:spChg chg="add mod">
          <ac:chgData name="Truong, Trinh" userId="ec89860f-cffb-47f9-b014-0b74e8c74a11" providerId="ADAL" clId="{23E1F7E8-6C26-4AA5-9663-30F80110B08F}" dt="2026-05-01T03:06:33.658" v="3795" actId="20577"/>
          <ac:spMkLst>
            <pc:docMk/>
            <pc:sldMk cId="2002184248" sldId="406"/>
            <ac:spMk id="4" creationId="{06C7B751-282C-A8B2-199D-E22450F54A06}"/>
          </ac:spMkLst>
        </pc:spChg>
        <pc:graphicFrameChg chg="add del mod">
          <ac:chgData name="Truong, Trinh" userId="ec89860f-cffb-47f9-b014-0b74e8c74a11" providerId="ADAL" clId="{23E1F7E8-6C26-4AA5-9663-30F80110B08F}" dt="2026-05-01T02:59:31.330" v="3720"/>
          <ac:graphicFrameMkLst>
            <pc:docMk/>
            <pc:sldMk cId="2002184248" sldId="406"/>
            <ac:graphicFrameMk id="2" creationId="{793946C1-ED93-3426-61B3-528D4E0BBE08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5-01T03:04:38.628" v="3793" actId="1076"/>
          <ac:graphicFrameMkLst>
            <pc:docMk/>
            <pc:sldMk cId="2002184248" sldId="406"/>
            <ac:graphicFrameMk id="3" creationId="{6B73CC54-F334-3F22-6AE5-14DF2956C8F1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5-01T03:31:36.137" v="4552" actId="207"/>
        <pc:sldMkLst>
          <pc:docMk/>
          <pc:sldMk cId="2688315555" sldId="407"/>
        </pc:sldMkLst>
        <pc:spChg chg="add mod">
          <ac:chgData name="Truong, Trinh" userId="ec89860f-cffb-47f9-b014-0b74e8c74a11" providerId="ADAL" clId="{23E1F7E8-6C26-4AA5-9663-30F80110B08F}" dt="2026-05-01T03:07:04.692" v="3847" actId="20577"/>
          <ac:spMkLst>
            <pc:docMk/>
            <pc:sldMk cId="2688315555" sldId="407"/>
            <ac:spMk id="2" creationId="{75D8C6F5-E4E9-643F-5E61-9963F9E57869}"/>
          </ac:spMkLst>
        </pc:spChg>
        <pc:graphicFrameChg chg="add del mod">
          <ac:chgData name="Truong, Trinh" userId="ec89860f-cffb-47f9-b014-0b74e8c74a11" providerId="ADAL" clId="{23E1F7E8-6C26-4AA5-9663-30F80110B08F}" dt="2026-05-01T03:07:09.138" v="3850"/>
          <ac:graphicFrameMkLst>
            <pc:docMk/>
            <pc:sldMk cId="2688315555" sldId="407"/>
            <ac:graphicFrameMk id="3" creationId="{981F8B39-8D73-FCC8-2073-A76BCA362880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5-01T03:31:36.137" v="4552" actId="207"/>
          <ac:graphicFrameMkLst>
            <pc:docMk/>
            <pc:sldMk cId="2688315555" sldId="407"/>
            <ac:graphicFrameMk id="4" creationId="{1B2655D6-0A4B-892F-609A-7927D30271E5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5-01T03:14:34.199" v="4002" actId="20577"/>
        <pc:sldMkLst>
          <pc:docMk/>
          <pc:sldMk cId="3538789091" sldId="408"/>
        </pc:sldMkLst>
        <pc:spChg chg="add mod">
          <ac:chgData name="Truong, Trinh" userId="ec89860f-cffb-47f9-b014-0b74e8c74a11" providerId="ADAL" clId="{23E1F7E8-6C26-4AA5-9663-30F80110B08F}" dt="2026-05-01T03:14:34.199" v="4002" actId="20577"/>
          <ac:spMkLst>
            <pc:docMk/>
            <pc:sldMk cId="3538789091" sldId="408"/>
            <ac:spMk id="4" creationId="{890E9ACC-3A5B-8CA8-1601-FF662C0E4572}"/>
          </ac:spMkLst>
        </pc:spChg>
        <pc:spChg chg="del">
          <ac:chgData name="Truong, Trinh" userId="ec89860f-cffb-47f9-b014-0b74e8c74a11" providerId="ADAL" clId="{23E1F7E8-6C26-4AA5-9663-30F80110B08F}" dt="2026-05-01T03:11:04.039" v="3930" actId="478"/>
          <ac:spMkLst>
            <pc:docMk/>
            <pc:sldMk cId="3538789091" sldId="408"/>
            <ac:spMk id="5" creationId="{4FAE5484-C500-ED4E-BD91-2431A1C3CA7B}"/>
          </ac:spMkLst>
        </pc:spChg>
        <pc:graphicFrameChg chg="add del mod">
          <ac:chgData name="Truong, Trinh" userId="ec89860f-cffb-47f9-b014-0b74e8c74a11" providerId="ADAL" clId="{23E1F7E8-6C26-4AA5-9663-30F80110B08F}" dt="2026-05-01T03:11:00.170" v="3928"/>
          <ac:graphicFrameMkLst>
            <pc:docMk/>
            <pc:sldMk cId="3538789091" sldId="408"/>
            <ac:graphicFrameMk id="2" creationId="{59EDF94A-21EB-7206-A643-9F0139726B01}"/>
          </ac:graphicFrameMkLst>
        </pc:graphicFrameChg>
        <pc:graphicFrameChg chg="add mod modGraphic">
          <ac:chgData name="Truong, Trinh" userId="ec89860f-cffb-47f9-b014-0b74e8c74a11" providerId="ADAL" clId="{23E1F7E8-6C26-4AA5-9663-30F80110B08F}" dt="2026-05-01T03:13:19.129" v="3974" actId="207"/>
          <ac:graphicFrameMkLst>
            <pc:docMk/>
            <pc:sldMk cId="3538789091" sldId="408"/>
            <ac:graphicFrameMk id="3" creationId="{258E762F-8CD1-10F0-7350-E72963C16CC5}"/>
          </ac:graphicFrameMkLst>
        </pc:graphicFrameChg>
      </pc:sldChg>
      <pc:sldChg chg="addSp delSp modSp add mod">
        <pc:chgData name="Truong, Trinh" userId="ec89860f-cffb-47f9-b014-0b74e8c74a11" providerId="ADAL" clId="{23E1F7E8-6C26-4AA5-9663-30F80110B08F}" dt="2026-05-01T03:22:58.522" v="4516" actId="478"/>
        <pc:sldMkLst>
          <pc:docMk/>
          <pc:sldMk cId="1263710626" sldId="409"/>
        </pc:sldMkLst>
        <pc:spChg chg="add mod">
          <ac:chgData name="Truong, Trinh" userId="ec89860f-cffb-47f9-b014-0b74e8c74a11" providerId="ADAL" clId="{23E1F7E8-6C26-4AA5-9663-30F80110B08F}" dt="2026-05-01T03:15:16.161" v="4013" actId="20577"/>
          <ac:spMkLst>
            <pc:docMk/>
            <pc:sldMk cId="1263710626" sldId="409"/>
            <ac:spMk id="2" creationId="{6537E254-6452-F1A2-1EA6-E5D3CE46D544}"/>
          </ac:spMkLst>
        </pc:spChg>
        <pc:spChg chg="add mod">
          <ac:chgData name="Truong, Trinh" userId="ec89860f-cffb-47f9-b014-0b74e8c74a11" providerId="ADAL" clId="{23E1F7E8-6C26-4AA5-9663-30F80110B08F}" dt="2026-05-01T03:22:27.339" v="4515" actId="20577"/>
          <ac:spMkLst>
            <pc:docMk/>
            <pc:sldMk cId="1263710626" sldId="409"/>
            <ac:spMk id="3" creationId="{2BB31A7A-FCFE-2D9A-D49D-BCD4D004E732}"/>
          </ac:spMkLst>
        </pc:spChg>
        <pc:spChg chg="del">
          <ac:chgData name="Truong, Trinh" userId="ec89860f-cffb-47f9-b014-0b74e8c74a11" providerId="ADAL" clId="{23E1F7E8-6C26-4AA5-9663-30F80110B08F}" dt="2026-05-01T03:22:58.522" v="4516" actId="478"/>
          <ac:spMkLst>
            <pc:docMk/>
            <pc:sldMk cId="1263710626" sldId="409"/>
            <ac:spMk id="5" creationId="{C8BE130F-DBC2-126E-5B19-760CA87802B4}"/>
          </ac:spMkLst>
        </pc:spChg>
        <pc:graphicFrameChg chg="add del mod">
          <ac:chgData name="Truong, Trinh" userId="ec89860f-cffb-47f9-b014-0b74e8c74a11" providerId="ADAL" clId="{23E1F7E8-6C26-4AA5-9663-30F80110B08F}" dt="2026-05-01T03:16:06.509" v="4044"/>
          <ac:graphicFrameMkLst>
            <pc:docMk/>
            <pc:sldMk cId="1263710626" sldId="409"/>
            <ac:graphicFrameMk id="4" creationId="{A8994EAF-7DB8-2F30-EA3B-23BD46B8E98B}"/>
          </ac:graphicFrameMkLst>
        </pc:graphicFrameChg>
        <pc:graphicFrameChg chg="add del mod">
          <ac:chgData name="Truong, Trinh" userId="ec89860f-cffb-47f9-b014-0b74e8c74a11" providerId="ADAL" clId="{23E1F7E8-6C26-4AA5-9663-30F80110B08F}" dt="2026-05-01T03:22:08.984" v="4507"/>
          <ac:graphicFrameMkLst>
            <pc:docMk/>
            <pc:sldMk cId="1263710626" sldId="409"/>
            <ac:graphicFrameMk id="6" creationId="{AAA1E8A2-C420-862E-2F90-94A8CFCA04E7}"/>
          </ac:graphicFrameMkLst>
        </pc:graphicFrameChg>
      </pc:sldChg>
      <pc:sldChg chg="addSp modSp add mod">
        <pc:chgData name="Truong, Trinh" userId="ec89860f-cffb-47f9-b014-0b74e8c74a11" providerId="ADAL" clId="{23E1F7E8-6C26-4AA5-9663-30F80110B08F}" dt="2026-05-01T03:24:06.242" v="4531" actId="1076"/>
        <pc:sldMkLst>
          <pc:docMk/>
          <pc:sldMk cId="3245775094" sldId="410"/>
        </pc:sldMkLst>
        <pc:spChg chg="add mod">
          <ac:chgData name="Truong, Trinh" userId="ec89860f-cffb-47f9-b014-0b74e8c74a11" providerId="ADAL" clId="{23E1F7E8-6C26-4AA5-9663-30F80110B08F}" dt="2026-05-01T03:24:06.242" v="4531" actId="1076"/>
          <ac:spMkLst>
            <pc:docMk/>
            <pc:sldMk cId="3245775094" sldId="410"/>
            <ac:spMk id="2" creationId="{C6FBF8F1-AB40-E820-99D3-EF1AE45A9DAC}"/>
          </ac:spMkLst>
        </pc:spChg>
      </pc:sldChg>
      <pc:sldMasterChg chg="modSldLayout">
        <pc:chgData name="Truong, Trinh" userId="ec89860f-cffb-47f9-b014-0b74e8c74a11" providerId="ADAL" clId="{23E1F7E8-6C26-4AA5-9663-30F80110B08F}" dt="2026-04-30T18:44:23.933" v="401" actId="478"/>
        <pc:sldMasterMkLst>
          <pc:docMk/>
          <pc:sldMasterMk cId="2659633419" sldId="2147483679"/>
        </pc:sldMasterMkLst>
        <pc:sldLayoutChg chg="addSp delSp mod">
          <pc:chgData name="Truong, Trinh" userId="ec89860f-cffb-47f9-b014-0b74e8c74a11" providerId="ADAL" clId="{23E1F7E8-6C26-4AA5-9663-30F80110B08F}" dt="2026-04-30T18:44:23.933" v="401" actId="478"/>
          <pc:sldLayoutMkLst>
            <pc:docMk/>
            <pc:sldMasterMk cId="2659633419" sldId="2147483679"/>
            <pc:sldLayoutMk cId="1316784363" sldId="2147483754"/>
          </pc:sldLayoutMkLst>
          <pc:spChg chg="del">
            <ac:chgData name="Truong, Trinh" userId="ec89860f-cffb-47f9-b014-0b74e8c74a11" providerId="ADAL" clId="{23E1F7E8-6C26-4AA5-9663-30F80110B08F}" dt="2026-04-30T18:44:23.933" v="401" actId="478"/>
            <ac:spMkLst>
              <pc:docMk/>
              <pc:sldMasterMk cId="2659633419" sldId="2147483679"/>
              <pc:sldLayoutMk cId="1316784363" sldId="2147483754"/>
              <ac:spMk id="14" creationId="{9E06613C-620C-CCA1-5CF5-9D533B47391F}"/>
            </ac:spMkLst>
          </pc:spChg>
          <pc:spChg chg="add del">
            <ac:chgData name="Truong, Trinh" userId="ec89860f-cffb-47f9-b014-0b74e8c74a11" providerId="ADAL" clId="{23E1F7E8-6C26-4AA5-9663-30F80110B08F}" dt="2026-04-30T18:44:21.915" v="399" actId="478"/>
            <ac:spMkLst>
              <pc:docMk/>
              <pc:sldMasterMk cId="2659633419" sldId="2147483679"/>
              <pc:sldLayoutMk cId="1316784363" sldId="2147483754"/>
              <ac:spMk id="16" creationId="{36F762C7-71A0-C668-493A-6DB2F9A3BA03}"/>
            </ac:spMkLst>
          </pc:spChg>
          <pc:spChg chg="del">
            <ac:chgData name="Truong, Trinh" userId="ec89860f-cffb-47f9-b014-0b74e8c74a11" providerId="ADAL" clId="{23E1F7E8-6C26-4AA5-9663-30F80110B08F}" dt="2026-04-30T18:44:22.804" v="400" actId="478"/>
            <ac:spMkLst>
              <pc:docMk/>
              <pc:sldMasterMk cId="2659633419" sldId="2147483679"/>
              <pc:sldLayoutMk cId="1316784363" sldId="2147483754"/>
              <ac:spMk id="22" creationId="{9DA80ABA-642B-4CD6-4C1C-51D2AF4F572B}"/>
            </ac:spMkLst>
          </pc:spChg>
          <pc:picChg chg="add del">
            <ac:chgData name="Truong, Trinh" userId="ec89860f-cffb-47f9-b014-0b74e8c74a11" providerId="ADAL" clId="{23E1F7E8-6C26-4AA5-9663-30F80110B08F}" dt="2026-04-30T18:44:19.650" v="397" actId="478"/>
            <ac:picMkLst>
              <pc:docMk/>
              <pc:sldMasterMk cId="2659633419" sldId="2147483679"/>
              <pc:sldLayoutMk cId="1316784363" sldId="2147483754"/>
              <ac:picMk id="31" creationId="{4275037A-211A-0260-E975-502EF3457506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F0CA1B-CF8D-D841-753A-BB421C82EF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749DA-D677-5005-3CAF-BE7FFEABE5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6F79C-F6A3-B849-ABE2-BE30273DC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0609B-2765-A548-B2BD-E97BFCB79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01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6BBAF-EE9F-4D48-B3DA-748E4DBD4CF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88FCF-0715-2948-AC3D-C3A199CA1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02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99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87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2F7BF-8B07-04D6-6DC5-89F4EFA5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9147C-953C-8533-0DF6-336035F37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10622-0BB2-959E-504E-A0F09927D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952F3-E453-D70B-E172-45005F2A9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37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6D22-2694-D718-C787-71BF61428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00AFB-CAE3-21BC-AB7E-E4E106F36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2D755-25C7-E493-4891-C28FF3CC9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21D5C-7EB2-3DD9-E3DD-4767161F2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88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1E029-A882-8A1E-E8CF-323A0F93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EE19D-6539-62F4-F2B7-2FD185A15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ACE23-E300-59B4-7BC8-8ABF4F9D0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977E1-7B81-0ADF-FE35-E498E8748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10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4592F-B0E5-6E10-9865-A3380F439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5385A-156B-678B-F1E3-22B9CE939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3B9F7-963F-FC8A-4F13-26EA52911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29F2A-DE48-BED1-6272-10AEDB770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07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8AAD4-6587-DF30-74E2-0B8C6C5E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4C61B-794F-11A8-0190-75DA95B96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4F305-B6F7-E35B-9C1B-1AB1245C2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F1625-C9E9-2D5F-B5C0-337E750EA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54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73082-53DD-7466-2C2E-CCB1262F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32152-206F-F087-0DCC-BE6111A52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50B83-1F4D-3CBE-E350-162AFDE6F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4B028-D96B-FE34-FFBE-7139ADA2C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41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34EB5-3747-B4AE-A67F-A56F8C8E0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73A4D-107D-095E-DB5E-B411EFD69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7CF28-40B0-93FF-725D-21646FC36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36FE2-DF86-D10D-C034-7F412A96B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73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A6FB-A233-155D-F67E-EE0A7430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1264A-2002-0EF1-5021-5333DD78A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599C9-BAE0-1E6E-C556-53ACFCDBA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99744-0D76-97F1-45D4-0F386E485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80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E8270-BFDA-87D7-9BDB-2CE30474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76217-95B5-0AA5-70BA-3E886757E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828F0-6FFE-336B-B1FD-87B19CF94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A61C8-4022-1813-6A98-828CB42A8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0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F87B-1EB5-8365-5644-9DE528E5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6ADBE-13D6-A262-3AF8-756A25AE7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7AFFB-CE22-04C2-F5FA-276D3DCB4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A8BDA-685D-84AE-7529-2426C25C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61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553C-22FA-9914-C28A-6E7B3A39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2862A-C109-5CEA-F71E-50E01A7CF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7B355-7B3F-67BC-49D7-983907A0D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CB2A8-E557-B179-6051-17BEF43D7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74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580E8-03C5-6545-8DE8-85CEDE6F7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619FA-95A4-FD4B-C1E1-25575A037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F5DF7-7D3A-4EE4-C120-813782BE2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08048-79D4-EF2A-63BA-CF3BDB66E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69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FE651-0112-A62E-841C-1758D7444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F098F-743C-8661-AB7D-A7994C469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767EF-B041-3153-E173-F18A5B712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035B0-89C7-FCAB-F7A7-73F3717A6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65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54BCC-CC68-5C0B-B0E3-045CFDAF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9E2AC-0569-5FEA-1CC5-08F60F3B9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F4A88-95F3-08F1-FCD0-3D1A2F7EF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AD8-2A1E-47BE-30DB-9C005A0C8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988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AD1E-F3FC-C33A-64EB-BC733A268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A8F3F-9FCD-46D5-D188-416DB2D8F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319F1-AD92-240E-3BA0-A19A33A68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B4090-4513-2FD7-0F23-D0080D446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45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2E0B7-0039-97C3-1CF8-1A8F4E15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8CBAE-CEB1-3E17-BE37-E87DBC41F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8DCC8-6F34-ED0A-8E95-9AF7A18C0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02A1B-4629-9763-4DE8-2F09247DD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183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1BB54-1484-799E-9744-66A60CEA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E67B0-93E3-FA84-3CFA-8679C69AD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3CF69-A746-1881-F528-C16AD209E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C78D1-A93B-EDCD-64EB-4E2D44E84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842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EB736-9728-57E0-DB30-E4C2D4A2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3B3CB-3670-D445-AFE6-5951438BE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A1D5F-D4BB-0BED-059E-92C02D0CF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515B6-5442-CD4A-B3DA-9C4574109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8330C-C6E5-471D-A73F-E338919C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2033C-F942-E634-AC11-F4E7AB906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75D06-CC69-3891-6CAA-F6388F283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55F09-80F9-F4FC-2062-42C7A24FA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715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338D6-7514-6E03-2D33-70BF72188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02774-AA86-D39A-422C-7DE3421F3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7EC25-E5FA-82D4-34BB-B4B78A761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CDB94-2140-4CC2-ECD9-0C4C620E3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633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33AA-5762-07EF-8469-DE0625A9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27D3F-AD40-EB5B-9B9C-C38A1754C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FE79E-BA92-1C26-11D5-EA04AE65F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AD4F9-1C7A-8E28-089F-2158A02D9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57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B72E-823A-6DB8-2F5E-FBFDAEC45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7BA4A-0DD7-ED9C-5158-30309C9EF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5A4F0-3BC1-68A8-6A08-E3C1B8A5F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5A38E-CCC3-1D1F-B89C-EE86C0BA8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575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9D82A-44F8-3114-C828-E23B7277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9B0CA-7A1B-BE5C-B69A-F492D0F9D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A259D-6279-3D76-20B3-F5B90FA92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92217-78FC-B1B8-0CD7-0F79A141C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118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5429E-55F2-5A0F-34D8-DE88C051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F7012-0986-6241-1D2C-2556DA11D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EE6C3-01C4-EF46-0716-05FC287A7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BAC7A-69A8-CC11-AF7A-1A54FF6EF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305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445F7-13F5-2298-6F3A-9C889809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DD868-0D27-21C4-2165-24F51D26A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A62CB-97B7-73C5-3659-2D9D039CE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674D1-270F-9613-011C-BFDA6FDCF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88FCF-0715-2948-AC3D-C3A199CA142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26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2AEF9-615A-69FA-B153-FE7135B980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76932"/>
            <a:ext cx="277792" cy="63024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5957103" y="900897"/>
            <a:ext cx="277792" cy="116364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05A95-7371-9BEF-7844-FD763B5340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08A63-5C28-2736-64DB-BF56E813DD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914206" y="6580206"/>
            <a:ext cx="277794" cy="277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194554-1D04-2814-ACCE-E31F088526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9342689" y="362275"/>
            <a:ext cx="2407715" cy="748649"/>
          </a:xfrm>
          <a:prstGeom prst="rect">
            <a:avLst/>
          </a:prstGeom>
        </p:spPr>
      </p:pic>
      <p:pic>
        <p:nvPicPr>
          <p:cNvPr id="3" name="Picture 2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5572CAAC-985E-752C-1E01-B4A774734E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4" name="Picture 3" descr="A yellow and white squares&#10;&#10;Description automatically generated">
            <a:extLst>
              <a:ext uri="{FF2B5EF4-FFF2-40B4-BE49-F238E27FC236}">
                <a16:creationId xmlns:a16="http://schemas.microsoft.com/office/drawing/2014/main" id="{C8BFE035-9704-9876-E1C5-D6B7632A81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95313" y="6183518"/>
            <a:ext cx="396687" cy="396687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AF0B458-5ED3-871C-B39B-E0753E1A1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026" y="5624358"/>
            <a:ext cx="10758377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Month XX, Year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06613C-620C-CCA1-5CF5-9D533B473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6" y="5115072"/>
            <a:ext cx="10758377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Presentation Subtitle or Presenter Name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2485674"/>
            <a:ext cx="10757719" cy="1666936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5600"/>
              </a:lnSpc>
              <a:buFontTx/>
              <a:buNone/>
              <a:defRPr sz="6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White Title Slide </a:t>
            </a:r>
            <a:br>
              <a:rPr lang="en-US" dirty="0"/>
            </a:br>
            <a:r>
              <a:rPr lang="en-US" dirty="0"/>
              <a:t>Without Photo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36F762C7-71A0-C668-493A-6DB2F9A3B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1953809"/>
            <a:ext cx="10757719" cy="249299"/>
          </a:xfrm>
        </p:spPr>
        <p:txBody>
          <a:bodyPr wrap="square" lIns="0" tIns="0" rIns="0" bIns="0">
            <a:noAutofit/>
          </a:bodyPr>
          <a:lstStyle>
            <a:lvl1pPr marL="0" indent="0" algn="l">
              <a:buFontTx/>
              <a:buNone/>
              <a:defRPr sz="1600" b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</p:spTree>
    <p:extLst>
      <p:ext uri="{BB962C8B-B14F-4D97-AF65-F5344CB8AC3E}">
        <p14:creationId xmlns:p14="http://schemas.microsoft.com/office/powerpoint/2010/main" val="220489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bg>
      <p:bgPr>
        <a:solidFill>
          <a:srgbClr val="0035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5BACCB-11A0-E67D-A5BE-F5FD36B3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2355" y="2480848"/>
            <a:ext cx="10757719" cy="1666936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5600"/>
              </a:lnSpc>
              <a:buFontTx/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Blue Title Slide </a:t>
            </a:r>
            <a:br>
              <a:rPr lang="en-US" dirty="0"/>
            </a:br>
            <a:r>
              <a:rPr lang="en-US" dirty="0"/>
              <a:t>Without Photo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06613C-620C-CCA1-5CF5-9D533B473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7" y="5115072"/>
            <a:ext cx="10757718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1">
                <a:solidFill>
                  <a:srgbClr val="FFC00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Presentation Subtitle or Presenter Name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7AF0B458-5ED3-871C-B39B-E0753E1A1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027" y="5624358"/>
            <a:ext cx="10757718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Month XX, Year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92AEF9-615A-69FA-B153-FE7135B98005}"/>
              </a:ext>
            </a:extLst>
          </p:cNvPr>
          <p:cNvSpPr/>
          <p:nvPr userDrawn="1"/>
        </p:nvSpPr>
        <p:spPr>
          <a:xfrm>
            <a:off x="0" y="192328"/>
            <a:ext cx="277792" cy="63878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6096000" y="762000"/>
            <a:ext cx="277792" cy="11914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05A95-7371-9BEF-7844-FD763B53400E}"/>
              </a:ext>
            </a:extLst>
          </p:cNvPr>
          <p:cNvSpPr/>
          <p:nvPr userDrawn="1"/>
        </p:nvSpPr>
        <p:spPr>
          <a:xfrm>
            <a:off x="0" y="0"/>
            <a:ext cx="277794" cy="2777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08A63-5C28-2736-64DB-BF56E813DDAC}"/>
              </a:ext>
            </a:extLst>
          </p:cNvPr>
          <p:cNvSpPr/>
          <p:nvPr userDrawn="1"/>
        </p:nvSpPr>
        <p:spPr>
          <a:xfrm>
            <a:off x="11912600" y="6580206"/>
            <a:ext cx="277794" cy="277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6F762C7-71A0-C668-493A-6DB2F9A3B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7" y="1965617"/>
            <a:ext cx="10757718" cy="249299"/>
          </a:xfrm>
        </p:spPr>
        <p:txBody>
          <a:bodyPr wrap="square" lIns="0" tIns="0" rIns="0" bIns="0">
            <a:noAutofit/>
          </a:bodyPr>
          <a:lstStyle>
            <a:lvl1pPr marL="0" indent="0" algn="l">
              <a:buFontTx/>
              <a:buNone/>
              <a:defRPr sz="1600" b="0">
                <a:solidFill>
                  <a:srgbClr val="FFC00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  <a:p>
            <a:pPr lvl="0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FB7554F-6CD8-D5F1-1C82-1445CAE97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42689" y="362275"/>
            <a:ext cx="2407715" cy="7486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A21BA2-CBD7-B394-A582-C09ACEB5A1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77792" y="1607"/>
            <a:ext cx="277793" cy="2777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CA3AD5-ADF2-3BC8-C2BB-2C74DF4CD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795313" y="6183518"/>
            <a:ext cx="396687" cy="39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7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 an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yellow surface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1D5C38DC-3007-7244-816B-56782237BE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522" b="4187"/>
          <a:stretch/>
        </p:blipFill>
        <p:spPr>
          <a:xfrm>
            <a:off x="138896" y="4630707"/>
            <a:ext cx="12053104" cy="1947894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06613C-620C-CCA1-5CF5-9D533B473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6" y="5115072"/>
            <a:ext cx="10758377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Presentation Subtitle or Presenter Name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7AF0B458-5ED3-871C-B39B-E0753E1A1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026" y="5624358"/>
            <a:ext cx="10758377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Month XX, Year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92AEF9-615A-69FA-B153-FE7135B98005}"/>
              </a:ext>
            </a:extLst>
          </p:cNvPr>
          <p:cNvSpPr/>
          <p:nvPr userDrawn="1"/>
        </p:nvSpPr>
        <p:spPr>
          <a:xfrm>
            <a:off x="0" y="188954"/>
            <a:ext cx="277792" cy="63912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6096000" y="762000"/>
            <a:ext cx="277792" cy="11914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05A95-7371-9BEF-7844-FD763B53400E}"/>
              </a:ext>
            </a:extLst>
          </p:cNvPr>
          <p:cNvSpPr/>
          <p:nvPr userDrawn="1"/>
        </p:nvSpPr>
        <p:spPr>
          <a:xfrm>
            <a:off x="0" y="0"/>
            <a:ext cx="277794" cy="2777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08A63-5C28-2736-64DB-BF56E813DDAC}"/>
              </a:ext>
            </a:extLst>
          </p:cNvPr>
          <p:cNvSpPr/>
          <p:nvPr userDrawn="1"/>
        </p:nvSpPr>
        <p:spPr>
          <a:xfrm>
            <a:off x="11912600" y="6580206"/>
            <a:ext cx="277794" cy="277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2485674"/>
            <a:ext cx="10757719" cy="1666936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5600"/>
              </a:lnSpc>
              <a:buFontTx/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Blue and Gold Title Slide </a:t>
            </a:r>
            <a:br>
              <a:rPr lang="en-US" dirty="0"/>
            </a:br>
            <a:r>
              <a:rPr lang="en-US" dirty="0"/>
              <a:t>Without Photo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275037A-211A-0260-E975-502EF34575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342689" y="362275"/>
            <a:ext cx="2407715" cy="7486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44B56F-DBF0-5E24-D0D7-7E9B61823D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77792" y="1607"/>
            <a:ext cx="277793" cy="277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4D2ED6-4301-65EC-735C-BFB59AE47C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795313" y="6183519"/>
            <a:ext cx="396687" cy="396687"/>
          </a:xfrm>
          <a:prstGeom prst="rect">
            <a:avLst/>
          </a:prstGeom>
        </p:spPr>
      </p:pic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C8B43FE5-DF06-EE45-EB33-BE52700269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7" y="1965617"/>
            <a:ext cx="10757718" cy="249299"/>
          </a:xfrm>
        </p:spPr>
        <p:txBody>
          <a:bodyPr wrap="square" lIns="0" tIns="0" rIns="0" bIns="0">
            <a:noAutofit/>
          </a:bodyPr>
          <a:lstStyle>
            <a:lvl1pPr marL="0" indent="0" algn="l">
              <a:buFontTx/>
              <a:buNone/>
              <a:defRPr sz="1600" b="0">
                <a:solidFill>
                  <a:srgbClr val="FFC00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68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5BACCB-11A0-E67D-A5BE-F5FD36B3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2355" y="2493055"/>
            <a:ext cx="6335545" cy="1666936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5100"/>
              </a:lnSpc>
              <a:buFontTx/>
              <a:buNone/>
              <a:defRPr sz="55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White Title Slide </a:t>
            </a:r>
            <a:br>
              <a:rPr lang="en-US" dirty="0"/>
            </a:br>
            <a:r>
              <a:rPr lang="en-US" dirty="0"/>
              <a:t>With Photo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06613C-620C-CCA1-5CF5-9D533B473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7" y="5175403"/>
            <a:ext cx="6335845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Presentation Subtitle or Presenter Name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7AF0B458-5ED3-871C-B39B-E0753E1A1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027" y="5684689"/>
            <a:ext cx="6335845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Month XX, Year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92AEF9-615A-69FA-B153-FE7135B98005}"/>
              </a:ext>
            </a:extLst>
          </p:cNvPr>
          <p:cNvSpPr/>
          <p:nvPr userDrawn="1"/>
        </p:nvSpPr>
        <p:spPr>
          <a:xfrm>
            <a:off x="0" y="277793"/>
            <a:ext cx="277792" cy="63024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3799936" y="3058064"/>
            <a:ext cx="277792" cy="7322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05A95-7371-9BEF-7844-FD763B53400E}"/>
              </a:ext>
            </a:extLst>
          </p:cNvPr>
          <p:cNvSpPr/>
          <p:nvPr userDrawn="1"/>
        </p:nvSpPr>
        <p:spPr>
          <a:xfrm>
            <a:off x="0" y="0"/>
            <a:ext cx="277794" cy="2777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6F762C7-71A0-C668-493A-6DB2F9A3B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7" y="1961190"/>
            <a:ext cx="6335545" cy="249299"/>
          </a:xfrm>
        </p:spPr>
        <p:txBody>
          <a:bodyPr wrap="square" lIns="0" tIns="0" rIns="0" bIns="0">
            <a:noAutofit/>
          </a:bodyPr>
          <a:lstStyle>
            <a:lvl1pPr marL="0" indent="0" algn="l">
              <a:buFontTx/>
              <a:buNone/>
              <a:defRPr sz="1600" b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68F677-27D4-F226-EA6A-640C50B4F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2777" y="499410"/>
            <a:ext cx="2407712" cy="748648"/>
          </a:xfrm>
          <a:prstGeom prst="rect">
            <a:avLst/>
          </a:prstGeom>
        </p:spPr>
      </p:pic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0410E6F-D471-B671-6E0C-74DBDEB712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99871" y="0"/>
            <a:ext cx="4588917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pic>
        <p:nvPicPr>
          <p:cNvPr id="3" name="Picture 2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D13415A7-A6AE-1C88-17A4-5C4AA874D0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9CC510-FD1E-1969-8852-213CF8753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4381940"/>
            <a:ext cx="2546095" cy="0"/>
          </a:xfrm>
          <a:prstGeom prst="line">
            <a:avLst/>
          </a:prstGeom>
          <a:ln w="50800" cap="flat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3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 With Photo">
    <p:bg>
      <p:bgPr>
        <a:solidFill>
          <a:srgbClr val="0035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5BACCB-11A0-E67D-A5BE-F5FD36B3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2355" y="2480849"/>
            <a:ext cx="6335545" cy="1666936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5100"/>
              </a:lnSpc>
              <a:buFontTx/>
              <a:buNone/>
              <a:defRPr sz="55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Blue Title Slide </a:t>
            </a:r>
            <a:br>
              <a:rPr lang="en-US" dirty="0"/>
            </a:br>
            <a:r>
              <a:rPr lang="en-US" dirty="0"/>
              <a:t>With Photo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06613C-620C-CCA1-5CF5-9D533B473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7" y="5167650"/>
            <a:ext cx="6335845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1">
                <a:solidFill>
                  <a:srgbClr val="FFC00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Presentation Subtitle or Presenter Name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7AF0B458-5ED3-871C-B39B-E0753E1A1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027" y="5676936"/>
            <a:ext cx="6335845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Month XX, Year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92AEF9-615A-69FA-B153-FE7135B98005}"/>
              </a:ext>
            </a:extLst>
          </p:cNvPr>
          <p:cNvSpPr/>
          <p:nvPr userDrawn="1"/>
        </p:nvSpPr>
        <p:spPr>
          <a:xfrm>
            <a:off x="0" y="279400"/>
            <a:ext cx="277792" cy="63008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3800739" y="3057261"/>
            <a:ext cx="277792" cy="73236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05A95-7371-9BEF-7844-FD763B53400E}"/>
              </a:ext>
            </a:extLst>
          </p:cNvPr>
          <p:cNvSpPr/>
          <p:nvPr userDrawn="1"/>
        </p:nvSpPr>
        <p:spPr>
          <a:xfrm>
            <a:off x="0" y="1"/>
            <a:ext cx="277794" cy="279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6F762C7-71A0-C668-493A-6DB2F9A3B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7" y="1950669"/>
            <a:ext cx="6335545" cy="249299"/>
          </a:xfrm>
        </p:spPr>
        <p:txBody>
          <a:bodyPr wrap="square" lIns="0" tIns="0" rIns="0" bIns="0">
            <a:noAutofit/>
          </a:bodyPr>
          <a:lstStyle>
            <a:lvl1pPr marL="0" indent="0" algn="l">
              <a:buFontTx/>
              <a:buNone/>
              <a:defRPr sz="1600" b="0">
                <a:solidFill>
                  <a:srgbClr val="FFC00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68F677-27D4-F226-EA6A-640C50B4F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2776" y="499410"/>
            <a:ext cx="2407715" cy="748648"/>
          </a:xfrm>
          <a:prstGeom prst="rect">
            <a:avLst/>
          </a:prstGeom>
        </p:spPr>
      </p:pic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0410E6F-D471-B671-6E0C-74DBDEB712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01478" y="-1"/>
            <a:ext cx="4588917" cy="6857989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7031A7-4AB0-D3F7-241B-0D14F8E4A5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77792" y="1607"/>
            <a:ext cx="277793" cy="27779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53E899-DD0D-7B16-0945-6CD3D3BA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4381940"/>
            <a:ext cx="2546095" cy="0"/>
          </a:xfrm>
          <a:prstGeom prst="line">
            <a:avLst/>
          </a:prstGeom>
          <a:ln w="50800" cap="flat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5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Gold With Pho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surface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5AC2E60-2D04-DC4E-7120-2C3869435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522" r="38099" b="4187"/>
          <a:stretch/>
        </p:blipFill>
        <p:spPr>
          <a:xfrm>
            <a:off x="138896" y="4630707"/>
            <a:ext cx="7460975" cy="1947894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5BACCB-11A0-E67D-A5BE-F5FD36B3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2355" y="2493055"/>
            <a:ext cx="6335545" cy="1666936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5100"/>
              </a:lnSpc>
              <a:buFontTx/>
              <a:buNone/>
              <a:defRPr sz="5500" b="1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Gold Title Slide </a:t>
            </a:r>
            <a:br>
              <a:rPr lang="en-US" dirty="0"/>
            </a:br>
            <a:r>
              <a:rPr lang="en-US" dirty="0"/>
              <a:t>With Photo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06613C-620C-CCA1-5CF5-9D533B473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7" y="5175403"/>
            <a:ext cx="6335845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Presentation Subtitle or Presenter Name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7AF0B458-5ED3-871C-B39B-E0753E1A1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027" y="5684689"/>
            <a:ext cx="6335845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Month XX, Year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92AEF9-615A-69FA-B153-FE7135B98005}"/>
              </a:ext>
            </a:extLst>
          </p:cNvPr>
          <p:cNvSpPr/>
          <p:nvPr userDrawn="1"/>
        </p:nvSpPr>
        <p:spPr>
          <a:xfrm>
            <a:off x="0" y="188954"/>
            <a:ext cx="277792" cy="63912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3799936" y="3058064"/>
            <a:ext cx="277792" cy="73220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05A95-7371-9BEF-7844-FD763B53400E}"/>
              </a:ext>
            </a:extLst>
          </p:cNvPr>
          <p:cNvSpPr/>
          <p:nvPr userDrawn="1"/>
        </p:nvSpPr>
        <p:spPr>
          <a:xfrm>
            <a:off x="0" y="0"/>
            <a:ext cx="277794" cy="2777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6F762C7-71A0-C668-493A-6DB2F9A3B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7" y="1961190"/>
            <a:ext cx="6335545" cy="249299"/>
          </a:xfrm>
        </p:spPr>
        <p:txBody>
          <a:bodyPr wrap="square" lIns="0" tIns="0" rIns="0" bIns="0">
            <a:noAutofit/>
          </a:bodyPr>
          <a:lstStyle>
            <a:lvl1pPr marL="0" indent="0" algn="l">
              <a:buFontTx/>
              <a:buNone/>
              <a:defRPr sz="1600" b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68F677-27D4-F226-EA6A-640C50B4F1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42777" y="499410"/>
            <a:ext cx="2407712" cy="748648"/>
          </a:xfrm>
          <a:prstGeom prst="rect">
            <a:avLst/>
          </a:prstGeom>
        </p:spPr>
      </p:pic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0410E6F-D471-B671-6E0C-74DBDEB712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99871" y="0"/>
            <a:ext cx="4588917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AC4CC-E82D-C52D-BF74-5783AA2178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77792" y="1607"/>
            <a:ext cx="277793" cy="27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9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92AEF9-615A-69FA-B153-FE7135B98005}"/>
              </a:ext>
            </a:extLst>
          </p:cNvPr>
          <p:cNvSpPr/>
          <p:nvPr userDrawn="1"/>
        </p:nvSpPr>
        <p:spPr>
          <a:xfrm>
            <a:off x="0" y="279400"/>
            <a:ext cx="277792" cy="63007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6095197" y="762803"/>
            <a:ext cx="277792" cy="119126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05A95-7371-9BEF-7844-FD763B53400E}"/>
              </a:ext>
            </a:extLst>
          </p:cNvPr>
          <p:cNvSpPr/>
          <p:nvPr userDrawn="1"/>
        </p:nvSpPr>
        <p:spPr>
          <a:xfrm>
            <a:off x="0" y="0"/>
            <a:ext cx="277794" cy="279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08A63-5C28-2736-64DB-BF56E813DDAC}"/>
              </a:ext>
            </a:extLst>
          </p:cNvPr>
          <p:cNvSpPr/>
          <p:nvPr userDrawn="1"/>
        </p:nvSpPr>
        <p:spPr>
          <a:xfrm>
            <a:off x="11912600" y="6580206"/>
            <a:ext cx="277794" cy="277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A3104D1-E46B-870F-7B19-860853CFA5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5740" y="1309853"/>
            <a:ext cx="10060615" cy="1306365"/>
          </a:xfrm>
          <a:noFill/>
        </p:spPr>
        <p:txBody>
          <a:bodyPr lIns="0" tIns="0" rIns="0" bIns="0" anchor="b" anchorCtr="0">
            <a:normAutofit/>
          </a:bodyPr>
          <a:lstStyle>
            <a:lvl1pPr marL="0" indent="0" algn="l">
              <a:lnSpc>
                <a:spcPts val="5600"/>
              </a:lnSpc>
              <a:buFontTx/>
              <a:buNone/>
              <a:defRPr sz="6600" b="1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9A7D4DA-3313-441C-DF5B-10DFEE6D3A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5739" y="3125026"/>
            <a:ext cx="6786839" cy="2982264"/>
          </a:xfrm>
        </p:spPr>
        <p:txBody>
          <a:bodyPr lIns="0" rIns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421BCE-2C8B-DC79-F4FC-50E03BCF09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77792" y="1607"/>
            <a:ext cx="277793" cy="277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4422F2-CEE0-6A65-5F5C-D9999D4AA71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312421" y="5595101"/>
            <a:ext cx="2407715" cy="7486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55CB9E-1E50-B642-DD25-E9CDD6AC353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1795313" y="6183519"/>
            <a:ext cx="396687" cy="39668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4ECEAD-4A87-DBCA-69CD-56AEE9D13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5741" y="2870621"/>
            <a:ext cx="2546095" cy="0"/>
          </a:xfrm>
          <a:prstGeom prst="line">
            <a:avLst/>
          </a:prstGeom>
          <a:ln w="50800" cap="flat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570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Gold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0410E6F-D471-B671-6E0C-74DBDEB712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1999" cy="68580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E3A784E-6A31-CB09-800E-D3D8675BC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9197" y="6492875"/>
            <a:ext cx="1192803" cy="365125"/>
          </a:xfrm>
          <a:solidFill>
            <a:schemeClr val="accent1"/>
          </a:solidFill>
        </p:spPr>
        <p:txBody>
          <a:bodyPr lIns="182880"/>
          <a:lstStyle>
            <a:lvl1pPr algn="l">
              <a:defRPr/>
            </a:lvl1pPr>
          </a:lstStyle>
          <a:p>
            <a:r>
              <a:rPr 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70903-AA63-73B1-F1D3-87FACFE64C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7550" y="1795463"/>
            <a:ext cx="3921125" cy="798512"/>
          </a:xfrm>
          <a:solidFill>
            <a:schemeClr val="accent2"/>
          </a:solidFill>
        </p:spPr>
        <p:txBody>
          <a:bodyPr lIns="274320" anchor="ctr" anchorCtr="0">
            <a:normAutofit/>
          </a:bodyPr>
          <a:lstStyle>
            <a:lvl1pPr marL="0" indent="0">
              <a:buNone/>
              <a:defRPr sz="3600" b="1">
                <a:solidFill>
                  <a:srgbClr val="003594"/>
                </a:solidFill>
              </a:defRPr>
            </a:lvl1pPr>
          </a:lstStyle>
          <a:p>
            <a:pPr lvl="0"/>
            <a:r>
              <a:rPr lang="en-US" dirty="0"/>
              <a:t>Slide Header</a:t>
            </a:r>
          </a:p>
        </p:txBody>
      </p:sp>
    </p:spTree>
    <p:extLst>
      <p:ext uri="{BB962C8B-B14F-4D97-AF65-F5344CB8AC3E}">
        <p14:creationId xmlns:p14="http://schemas.microsoft.com/office/powerpoint/2010/main" val="287672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Singl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476789"/>
            <a:ext cx="10757719" cy="71472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Title and Bullet Single Column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F62F7C-2057-C77A-918A-9DDF21D2C8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8" y="1668250"/>
            <a:ext cx="10758375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7BF476AF-4398-4052-63A0-1B3155843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4502C974-BE97-9E07-A60C-77904D1327C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F8999F-FC95-EF35-5D2F-AD1F29B319D7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47CFB-3AF5-71EE-EA0E-FDB3F158A00F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0BDE64-0098-1C8D-8FA3-744CBE35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198726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53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Bullet Singl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8" y="2064779"/>
            <a:ext cx="10758375" cy="3823690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3383223-7F09-6DDE-2C8B-58D6AB1826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2355" y="476789"/>
            <a:ext cx="10757717" cy="126270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Long Title on Two Lines and </a:t>
            </a:r>
            <a:br>
              <a:rPr lang="en-US" dirty="0"/>
            </a:br>
            <a:r>
              <a:rPr lang="en-US" dirty="0"/>
              <a:t>Bullet Single Column</a:t>
            </a:r>
          </a:p>
        </p:txBody>
      </p:sp>
      <p:pic>
        <p:nvPicPr>
          <p:cNvPr id="4" name="Picture 3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3AA0380C-E8E8-C0F3-EDF9-9F683F6E6D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F74690-6671-D291-EC87-CA8846DA30D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F07E24A-4E49-5599-84DB-30C2A8933834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BF1D60-2D80-FEA5-0FE3-35D6EDB5B15A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0279DBE-F32D-C2F8-3A85-1C103D259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62A169-E5D9-5F83-2244-4BF760805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739495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30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Doubl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476789"/>
            <a:ext cx="10757719" cy="71472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Title and Bullet Double Column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194554-1D04-2814-ACCE-E31F088526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69C924-E29C-B20D-EB95-74627AA1B15B}"/>
              </a:ext>
            </a:extLst>
          </p:cNvPr>
          <p:cNvCxnSpPr>
            <a:cxnSpLocks/>
          </p:cNvCxnSpPr>
          <p:nvPr userDrawn="1"/>
        </p:nvCxnSpPr>
        <p:spPr>
          <a:xfrm flipV="1">
            <a:off x="6380190" y="1684512"/>
            <a:ext cx="0" cy="379100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6439A8D-FB4A-4E5C-E063-CB604402D698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6B90C570-9A5A-BB37-3FAC-29DEB411CC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2C21A3F-5401-B65E-26AA-ED64C5DDF2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9" y="1668249"/>
            <a:ext cx="4929802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1D655C7-8571-AFB6-199A-D1CB208DDA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16780" y="1668249"/>
            <a:ext cx="4929802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AB78245-F602-B59D-9347-42493BDA6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9C2A7353-D238-C42C-5A37-A6A4C59418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004D2F-F092-A5C2-4ADB-7545E59219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5D30BAD-B66E-14B9-51E9-3F07B1A224E0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C1D99E-6DDC-46D6-51A7-59C0B288E11E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21DFE39-A137-1952-9F19-F2291ED92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198726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489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Thre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476789"/>
            <a:ext cx="10757719" cy="71472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Title and Bullet Three Columns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8" y="1864890"/>
            <a:ext cx="3314831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22FD0CD-FD04-8634-D7B8-F280B324DE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34717" y="1864890"/>
            <a:ext cx="3314831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7C0FE-2BC5-D429-70D8-1C8427B99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8459" y="1864890"/>
            <a:ext cx="3314831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9D94BB-0800-CABF-5C41-80D1D663F9B7}"/>
              </a:ext>
            </a:extLst>
          </p:cNvPr>
          <p:cNvCxnSpPr>
            <a:cxnSpLocks/>
          </p:cNvCxnSpPr>
          <p:nvPr userDrawn="1"/>
        </p:nvCxnSpPr>
        <p:spPr>
          <a:xfrm flipV="1">
            <a:off x="4502228" y="1881152"/>
            <a:ext cx="0" cy="379100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F221C7-D2C2-B9E7-D88F-EEAA59389135}"/>
              </a:ext>
            </a:extLst>
          </p:cNvPr>
          <p:cNvCxnSpPr>
            <a:cxnSpLocks/>
          </p:cNvCxnSpPr>
          <p:nvPr userDrawn="1"/>
        </p:nvCxnSpPr>
        <p:spPr>
          <a:xfrm flipV="1">
            <a:off x="8218822" y="1881152"/>
            <a:ext cx="0" cy="379100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529CBE9-E801-6775-C916-FBB425AF86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34717" y="1510929"/>
            <a:ext cx="3314831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AEC8527-411E-5E2C-A2A5-FE0BFC4B09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1699" y="1510929"/>
            <a:ext cx="3314830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D510753-FC6C-D6C7-BD56-236A18A158E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98459" y="1510929"/>
            <a:ext cx="3314831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2F433CF-6D20-93B3-2EED-7B484C355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2BCEE525-390A-89DB-7DFE-B260ECAD7B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48B225-FA33-4F67-2EC2-996B8498CA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55B13DC-1F34-EF46-314D-954819FE9735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71BE1D-9104-31BF-8433-E258C94C444D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6DAB32-396F-E3AC-97E0-3294662D9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198726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481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Four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476789"/>
            <a:ext cx="10757719" cy="71472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Title and Bullet Four Columns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9" y="1864890"/>
            <a:ext cx="2528249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9D94BB-0800-CABF-5C41-80D1D663F9B7}"/>
              </a:ext>
            </a:extLst>
          </p:cNvPr>
          <p:cNvCxnSpPr>
            <a:cxnSpLocks/>
          </p:cNvCxnSpPr>
          <p:nvPr userDrawn="1"/>
        </p:nvCxnSpPr>
        <p:spPr>
          <a:xfrm flipV="1">
            <a:off x="3627157" y="1881152"/>
            <a:ext cx="0" cy="379100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F221C7-D2C2-B9E7-D88F-EEAA59389135}"/>
              </a:ext>
            </a:extLst>
          </p:cNvPr>
          <p:cNvCxnSpPr>
            <a:cxnSpLocks/>
          </p:cNvCxnSpPr>
          <p:nvPr userDrawn="1"/>
        </p:nvCxnSpPr>
        <p:spPr>
          <a:xfrm flipV="1">
            <a:off x="9115256" y="1881152"/>
            <a:ext cx="0" cy="379100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5D48C-4AA9-32C3-E59C-78282BD054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34899" y="1864890"/>
            <a:ext cx="2528249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DA69184-351A-0F32-D962-F3CA1B3346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78099" y="1864890"/>
            <a:ext cx="2528249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87F8D9E-0BB7-F906-7378-3D6CF1D72D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1300" y="1864890"/>
            <a:ext cx="2528249" cy="3807265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0AC577-0C87-7A68-EE19-2E7C06246C8E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2056" y="1881152"/>
            <a:ext cx="0" cy="379100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753F216-AF7E-6457-D2FB-51903EBD93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8099" y="1510929"/>
            <a:ext cx="2528249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665EE6F-364C-2188-06AD-856CA22E7E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21299" y="1510929"/>
            <a:ext cx="2528249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B9560F0-A4F7-998E-3EE4-F272C01071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1699" y="1510929"/>
            <a:ext cx="2528249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0019F25-3E8B-6B27-5884-FC5F1FA3A6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34899" y="1510929"/>
            <a:ext cx="2528249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EF860DD-ED13-CD0A-ECF9-9E4118B3E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EB619028-9DFD-7A8D-B821-5088F87A84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DBDFA8-C927-71D9-6DF8-E047A9FF2E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8D290B1-093A-50FF-2B97-B10D49C4639E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DE2519-9A40-BE1F-019D-1EC1D2273B29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204AF-21F7-848E-0850-19ECE92C1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198726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000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Single Column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6" y="476789"/>
            <a:ext cx="6204858" cy="126270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Title and Bullet Single Column With Photo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8" y="2182119"/>
            <a:ext cx="6204859" cy="3293396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2" name="Picture Placeholder 25">
            <a:extLst>
              <a:ext uri="{FF2B5EF4-FFF2-40B4-BE49-F238E27FC236}">
                <a16:creationId xmlns:a16="http://schemas.microsoft.com/office/drawing/2014/main" id="{BF42B0EF-8909-7468-F082-C9F1E8101C1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601478" y="0"/>
            <a:ext cx="4588917" cy="547551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44FD647-5EFF-6074-722B-992407D56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F2C3778A-395F-6D6F-B61E-2267DF0B0A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85E4E4-53BD-0F46-8ACB-5776BEAC35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564D912-22A0-4427-9D4C-0D75645A9082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DCF51-DA31-4F55-134F-3DE1A518E5DD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F89F09-3AE1-8033-484B-69DF75FDB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739495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62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Single Column With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6" y="476789"/>
            <a:ext cx="6204858" cy="126270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Title and Bullet Single Column With Photos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8" y="2182119"/>
            <a:ext cx="6204859" cy="3293396"/>
          </a:xfrm>
        </p:spPr>
        <p:txBody>
          <a:bodyPr lIns="0" rIns="0">
            <a:normAutofit/>
          </a:bodyPr>
          <a:lstStyle>
            <a:lvl1pPr>
              <a:defRPr sz="2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Item One</a:t>
            </a:r>
          </a:p>
          <a:p>
            <a:pPr lvl="0"/>
            <a:r>
              <a:rPr lang="en-US" dirty="0"/>
              <a:t>Item Two</a:t>
            </a:r>
          </a:p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Sub Bullet One</a:t>
            </a:r>
          </a:p>
          <a:p>
            <a:pPr lvl="2"/>
            <a:r>
              <a:rPr lang="en-US" dirty="0"/>
              <a:t>Sub Bullet Two</a:t>
            </a:r>
          </a:p>
        </p:txBody>
      </p:sp>
      <p:sp>
        <p:nvSpPr>
          <p:cNvPr id="2" name="Picture Placeholder 25">
            <a:extLst>
              <a:ext uri="{FF2B5EF4-FFF2-40B4-BE49-F238E27FC236}">
                <a16:creationId xmlns:a16="http://schemas.microsoft.com/office/drawing/2014/main" id="{BF42B0EF-8909-7468-F082-C9F1E8101C1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601478" y="2182112"/>
            <a:ext cx="4588917" cy="3293397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3" name="Picture Placeholder 25">
            <a:extLst>
              <a:ext uri="{FF2B5EF4-FFF2-40B4-BE49-F238E27FC236}">
                <a16:creationId xmlns:a16="http://schemas.microsoft.com/office/drawing/2014/main" id="{97C2FF5E-9BA9-91BD-249D-600919BDE5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01479" y="-1"/>
            <a:ext cx="2299606" cy="2084437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4" name="Picture Placeholder 25">
            <a:extLst>
              <a:ext uri="{FF2B5EF4-FFF2-40B4-BE49-F238E27FC236}">
                <a16:creationId xmlns:a16="http://schemas.microsoft.com/office/drawing/2014/main" id="{2AEAC185-E13A-A5FD-4782-25E848DA50A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07632" y="-1"/>
            <a:ext cx="2182763" cy="2084437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97042-D80D-9A21-0DDA-A84F6E204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7A80128F-61DB-0803-CD9F-B6E694850C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6310A6-FA49-9F25-70D1-BB75017DAA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3FC94D0-D2D8-E866-84BD-34C4A1FE1E6E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32FFB3-0B30-5D83-0D16-9E74FF94D4BD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9CFE00-A3D9-EF2B-AE43-53B95F3A3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739495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224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476789"/>
            <a:ext cx="10757719" cy="71472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Three Columns With Photos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8" y="4072419"/>
            <a:ext cx="3314831" cy="1824983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22FD0CD-FD04-8634-D7B8-F280B324DE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34717" y="4072419"/>
            <a:ext cx="3314831" cy="1824983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7C0FE-2BC5-D429-70D8-1C8427B99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8459" y="4072419"/>
            <a:ext cx="3314831" cy="1824983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9D94BB-0800-CABF-5C41-80D1D663F9B7}"/>
              </a:ext>
            </a:extLst>
          </p:cNvPr>
          <p:cNvCxnSpPr>
            <a:cxnSpLocks/>
          </p:cNvCxnSpPr>
          <p:nvPr userDrawn="1"/>
        </p:nvCxnSpPr>
        <p:spPr>
          <a:xfrm flipV="1">
            <a:off x="4502228" y="1494268"/>
            <a:ext cx="0" cy="442543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529CBE9-E801-6775-C916-FBB425AF86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34717" y="3730079"/>
            <a:ext cx="3314831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AEC8527-411E-5E2C-A2A5-FE0BFC4B09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1699" y="3730079"/>
            <a:ext cx="3314830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D510753-FC6C-D6C7-BD56-236A18A158E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98459" y="3730079"/>
            <a:ext cx="3314831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A76968C-9584-75B6-412C-8D813D3B83C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80875" y="1471966"/>
            <a:ext cx="3325647" cy="207412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BE7786-E223-E932-8AE6-4FE1F9A0C80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694231" y="1471966"/>
            <a:ext cx="3325647" cy="207412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26B98ED2-BB52-5285-74C3-25BBC2602D2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441041" y="1471966"/>
            <a:ext cx="3325647" cy="207412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32D740-15B7-BE66-6FDD-D5D44D39556A}"/>
              </a:ext>
            </a:extLst>
          </p:cNvPr>
          <p:cNvCxnSpPr>
            <a:cxnSpLocks/>
          </p:cNvCxnSpPr>
          <p:nvPr userDrawn="1"/>
        </p:nvCxnSpPr>
        <p:spPr>
          <a:xfrm flipV="1">
            <a:off x="8226735" y="1494268"/>
            <a:ext cx="0" cy="442543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2678A04-4CB9-5E5F-8922-C82DAC0D3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B8ABE138-7BB7-C38F-5FA9-E98883B0B6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7CEDB7-42EB-1016-C1C5-A619558DFD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A46C8BD-3459-64E9-9A03-60C5BBA8E8B6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5991CC-342F-DF49-EFAA-8D2519351CFC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2953BE-70D6-4029-3D06-C6E722933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198726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579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476789"/>
            <a:ext cx="10757719" cy="71472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Four Columns With Photos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9" y="4072419"/>
            <a:ext cx="2528249" cy="1833117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9D94BB-0800-CABF-5C41-80D1D663F9B7}"/>
              </a:ext>
            </a:extLst>
          </p:cNvPr>
          <p:cNvCxnSpPr>
            <a:cxnSpLocks/>
          </p:cNvCxnSpPr>
          <p:nvPr userDrawn="1"/>
        </p:nvCxnSpPr>
        <p:spPr>
          <a:xfrm flipV="1">
            <a:off x="3627157" y="1483117"/>
            <a:ext cx="0" cy="44335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5D48C-4AA9-32C3-E59C-78282BD054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34899" y="4072419"/>
            <a:ext cx="2528249" cy="1833117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DA69184-351A-0F32-D962-F3CA1B3346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78099" y="4072419"/>
            <a:ext cx="2528249" cy="1833117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87F8D9E-0BB7-F906-7378-3D6CF1D72D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1300" y="4072419"/>
            <a:ext cx="2528249" cy="1833117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3" name="Picture Placeholder 25">
            <a:extLst>
              <a:ext uri="{FF2B5EF4-FFF2-40B4-BE49-F238E27FC236}">
                <a16:creationId xmlns:a16="http://schemas.microsoft.com/office/drawing/2014/main" id="{8503821B-8800-93EB-1508-DBC3BF76EB8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80876" y="1471966"/>
            <a:ext cx="2528250" cy="207412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4" name="Picture Placeholder 25">
            <a:extLst>
              <a:ext uri="{FF2B5EF4-FFF2-40B4-BE49-F238E27FC236}">
                <a16:creationId xmlns:a16="http://schemas.microsoft.com/office/drawing/2014/main" id="{9E6DE31D-5272-B0A2-9A99-944865B588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724078" y="1471966"/>
            <a:ext cx="2528250" cy="207412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8" name="Picture Placeholder 25">
            <a:extLst>
              <a:ext uri="{FF2B5EF4-FFF2-40B4-BE49-F238E27FC236}">
                <a16:creationId xmlns:a16="http://schemas.microsoft.com/office/drawing/2014/main" id="{DF4C66CF-173B-7AD6-91BD-03863C58F9C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78099" y="1471966"/>
            <a:ext cx="2528249" cy="207412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7129CDB-7C11-80BA-1AF7-0AAA646EB93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232119" y="1471966"/>
            <a:ext cx="2528249" cy="2074121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a photo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567848-DE76-D6C2-5C62-BB6511D67E7C}"/>
              </a:ext>
            </a:extLst>
          </p:cNvPr>
          <p:cNvCxnSpPr>
            <a:cxnSpLocks/>
          </p:cNvCxnSpPr>
          <p:nvPr userDrawn="1"/>
        </p:nvCxnSpPr>
        <p:spPr>
          <a:xfrm flipV="1">
            <a:off x="6359206" y="1483117"/>
            <a:ext cx="0" cy="44335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6105651-C81E-E280-825C-160B87FF37A4}"/>
              </a:ext>
            </a:extLst>
          </p:cNvPr>
          <p:cNvCxnSpPr>
            <a:cxnSpLocks/>
          </p:cNvCxnSpPr>
          <p:nvPr userDrawn="1"/>
        </p:nvCxnSpPr>
        <p:spPr>
          <a:xfrm flipV="1">
            <a:off x="9124708" y="1483117"/>
            <a:ext cx="0" cy="44335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0D15CA9E-A822-C49E-51E7-F5E601FC9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1699" y="3730079"/>
            <a:ext cx="2527716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B1AF7D5-153A-D2D3-F2EC-4B55FC624A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26587" y="3730079"/>
            <a:ext cx="2527716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95935367-88BC-20C1-26A5-7EEA64EC778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69787" y="3730079"/>
            <a:ext cx="2527716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9F79719F-DCD6-82A5-AFB7-6DC3BCEE9C6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32119" y="3730079"/>
            <a:ext cx="2527716" cy="229382"/>
          </a:xfrm>
        </p:spPr>
        <p:txBody>
          <a:bodyPr lIns="0" rIns="0">
            <a:no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B3DA9DE-5606-AC48-FD10-6073C15F5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6EB32608-F95A-51AD-ED30-B48F2763DF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EE8D0-4508-EF4F-D27F-63ED26650A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1DF28D-665E-00A9-A6E5-4E1D9E17D85B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1F4B1D-B764-73A0-040D-663EE460B8DF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2DDB0A-EF86-3ADF-05B1-E8585570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198726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20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476789"/>
            <a:ext cx="10757719" cy="71472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Three Columns With Stats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9" y="3391409"/>
            <a:ext cx="3314830" cy="2175458"/>
          </a:xfrm>
        </p:spPr>
        <p:txBody>
          <a:bodyPr lIns="0" r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5D48C-4AA9-32C3-E59C-78282BD054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8458" y="3391409"/>
            <a:ext cx="3314832" cy="2175457"/>
          </a:xfrm>
        </p:spPr>
        <p:txBody>
          <a:bodyPr lIns="0" r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87F8D9E-0BB7-F906-7378-3D6CF1D72D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05219" y="3391409"/>
            <a:ext cx="3344331" cy="2175457"/>
          </a:xfrm>
        </p:spPr>
        <p:txBody>
          <a:bodyPr lIns="0" r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C99115-6B72-C340-796D-3E733B71839E}"/>
              </a:ext>
            </a:extLst>
          </p:cNvPr>
          <p:cNvCxnSpPr>
            <a:cxnSpLocks/>
          </p:cNvCxnSpPr>
          <p:nvPr userDrawn="1"/>
        </p:nvCxnSpPr>
        <p:spPr>
          <a:xfrm>
            <a:off x="980876" y="3219434"/>
            <a:ext cx="332902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D0F604-CA1F-0669-2E3C-6AA4B801DD0A}"/>
              </a:ext>
            </a:extLst>
          </p:cNvPr>
          <p:cNvCxnSpPr>
            <a:cxnSpLocks/>
          </p:cNvCxnSpPr>
          <p:nvPr userDrawn="1"/>
        </p:nvCxnSpPr>
        <p:spPr>
          <a:xfrm>
            <a:off x="4698924" y="3219434"/>
            <a:ext cx="3329022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5160B4-2EED-FD55-FFE7-F8A092B935B7}"/>
              </a:ext>
            </a:extLst>
          </p:cNvPr>
          <p:cNvCxnSpPr>
            <a:cxnSpLocks/>
          </p:cNvCxnSpPr>
          <p:nvPr userDrawn="1"/>
        </p:nvCxnSpPr>
        <p:spPr>
          <a:xfrm>
            <a:off x="8402639" y="3219434"/>
            <a:ext cx="332433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CEB21BC-21F4-9D49-0387-C87A447C1F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1699" y="2077152"/>
            <a:ext cx="3314830" cy="1126014"/>
          </a:xfrm>
        </p:spPr>
        <p:txBody>
          <a:bodyPr lIns="0" rIns="0" anchor="ctr" anchorCtr="0">
            <a:normAutofit/>
          </a:bodyPr>
          <a:lstStyle>
            <a:lvl1pPr marL="0" indent="0">
              <a:buNone/>
              <a:defRPr sz="8000" b="1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#1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5DCE979-2646-9A6E-BBB2-970179C136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8458" y="2077152"/>
            <a:ext cx="3314832" cy="1126014"/>
          </a:xfrm>
        </p:spPr>
        <p:txBody>
          <a:bodyPr lIns="0" rIns="0" anchor="ctr" anchorCtr="0">
            <a:normAutofit/>
          </a:bodyPr>
          <a:lstStyle>
            <a:lvl1pPr marL="0" indent="0">
              <a:buNone/>
              <a:defRPr sz="8000" b="1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#1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4787DC20-676B-B7E2-16D2-8D4A989B89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05520" y="2077152"/>
            <a:ext cx="3310161" cy="1126014"/>
          </a:xfrm>
        </p:spPr>
        <p:txBody>
          <a:bodyPr lIns="0" rIns="0" anchor="ctr" anchorCtr="0">
            <a:normAutofit/>
          </a:bodyPr>
          <a:lstStyle>
            <a:lvl1pPr marL="0" indent="0">
              <a:buNone/>
              <a:defRPr sz="8000" b="1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#1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20CC089-69CB-55F5-2BFE-68930202E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064E49A5-9571-BD79-6E77-79782D5CBB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9DCC3B-8EF8-A898-3D54-0E9E1E353C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2D0681-3706-00B3-09CD-2C846D45F75C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FB3588-F35B-0F4C-2E5F-F8A73973CF49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C3CECC-B116-8CF1-E6B3-5217A1266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198726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77309-F489-83C1-52B5-C626367A3E30}"/>
              </a:ext>
            </a:extLst>
          </p:cNvPr>
          <p:cNvGrpSpPr/>
          <p:nvPr userDrawn="1"/>
        </p:nvGrpSpPr>
        <p:grpSpPr>
          <a:xfrm>
            <a:off x="4505931" y="2084364"/>
            <a:ext cx="3705825" cy="3482502"/>
            <a:chOff x="4505931" y="1483117"/>
            <a:chExt cx="3705825" cy="443357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62480D1-5BE9-85AA-D831-01E525CAE4A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505931" y="1483117"/>
              <a:ext cx="0" cy="443357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450CA4E-790E-4F32-BE0C-4D8422776FF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211756" y="1483117"/>
              <a:ext cx="0" cy="443357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8060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476789"/>
            <a:ext cx="10757719" cy="71472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Four Columns With Stats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699" y="3391409"/>
            <a:ext cx="2528249" cy="2175458"/>
          </a:xfrm>
        </p:spPr>
        <p:txBody>
          <a:bodyPr lIns="0" r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C05D48C-4AA9-32C3-E59C-78282BD054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34899" y="3391409"/>
            <a:ext cx="2528249" cy="2175457"/>
          </a:xfrm>
        </p:spPr>
        <p:txBody>
          <a:bodyPr lIns="0" r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DA69184-351A-0F32-D962-F3CA1B3346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78099" y="3391409"/>
            <a:ext cx="2528249" cy="2175457"/>
          </a:xfrm>
        </p:spPr>
        <p:txBody>
          <a:bodyPr lIns="0" r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87F8D9E-0BB7-F906-7378-3D6CF1D72D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1300" y="3391409"/>
            <a:ext cx="2528249" cy="2175457"/>
          </a:xfrm>
        </p:spPr>
        <p:txBody>
          <a:bodyPr lIns="0" rIns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C99115-6B72-C340-796D-3E733B71839E}"/>
              </a:ext>
            </a:extLst>
          </p:cNvPr>
          <p:cNvCxnSpPr>
            <a:cxnSpLocks/>
          </p:cNvCxnSpPr>
          <p:nvPr userDrawn="1"/>
        </p:nvCxnSpPr>
        <p:spPr>
          <a:xfrm>
            <a:off x="980876" y="3219434"/>
            <a:ext cx="2539072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D0F604-CA1F-0669-2E3C-6AA4B801DD0A}"/>
              </a:ext>
            </a:extLst>
          </p:cNvPr>
          <p:cNvCxnSpPr>
            <a:cxnSpLocks/>
          </p:cNvCxnSpPr>
          <p:nvPr userDrawn="1"/>
        </p:nvCxnSpPr>
        <p:spPr>
          <a:xfrm>
            <a:off x="3712787" y="3219434"/>
            <a:ext cx="2539072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C2D500-9154-9D1F-C8A9-0D0517B59B3D}"/>
              </a:ext>
            </a:extLst>
          </p:cNvPr>
          <p:cNvCxnSpPr>
            <a:cxnSpLocks/>
          </p:cNvCxnSpPr>
          <p:nvPr userDrawn="1"/>
        </p:nvCxnSpPr>
        <p:spPr>
          <a:xfrm>
            <a:off x="6467276" y="3219434"/>
            <a:ext cx="2539072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5160B4-2EED-FD55-FFE7-F8A092B935B7}"/>
              </a:ext>
            </a:extLst>
          </p:cNvPr>
          <p:cNvCxnSpPr>
            <a:cxnSpLocks/>
          </p:cNvCxnSpPr>
          <p:nvPr userDrawn="1"/>
        </p:nvCxnSpPr>
        <p:spPr>
          <a:xfrm>
            <a:off x="9187898" y="3219434"/>
            <a:ext cx="2539072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CEB21BC-21F4-9D49-0387-C87A447C1F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1699" y="2029652"/>
            <a:ext cx="2528249" cy="1126014"/>
          </a:xfrm>
        </p:spPr>
        <p:txBody>
          <a:bodyPr lIns="0" rIns="0" anchor="ctr" anchorCtr="0">
            <a:normAutofit/>
          </a:bodyPr>
          <a:lstStyle>
            <a:lvl1pPr marL="0" indent="0">
              <a:buNone/>
              <a:defRPr sz="8000" b="1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#1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5DCE979-2646-9A6E-BBB2-970179C136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2321" y="2029652"/>
            <a:ext cx="2528249" cy="1126014"/>
          </a:xfrm>
        </p:spPr>
        <p:txBody>
          <a:bodyPr lIns="0" rIns="0" anchor="ctr" anchorCtr="0">
            <a:normAutofit/>
          </a:bodyPr>
          <a:lstStyle>
            <a:lvl1pPr marL="0" indent="0">
              <a:buNone/>
              <a:defRPr sz="8000" b="1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#1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0F17997-C88B-CC9B-4471-FD928534E2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6810" y="2029652"/>
            <a:ext cx="2528249" cy="1126014"/>
          </a:xfrm>
        </p:spPr>
        <p:txBody>
          <a:bodyPr lIns="0" rIns="0" anchor="ctr" anchorCtr="0">
            <a:normAutofit/>
          </a:bodyPr>
          <a:lstStyle>
            <a:lvl1pPr marL="0" indent="0">
              <a:buNone/>
              <a:defRPr sz="8000" b="1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#1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4787DC20-676B-B7E2-16D2-8D4A989B89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87432" y="2029652"/>
            <a:ext cx="2528249" cy="1126014"/>
          </a:xfrm>
        </p:spPr>
        <p:txBody>
          <a:bodyPr lIns="0" rIns="0" anchor="ctr" anchorCtr="0">
            <a:normAutofit/>
          </a:bodyPr>
          <a:lstStyle>
            <a:lvl1pPr marL="0" indent="0">
              <a:buNone/>
              <a:defRPr sz="8000" b="1">
                <a:solidFill>
                  <a:schemeClr val="accent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#1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587C790-D6C0-D378-FD8E-5C267613C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3604DA33-9E99-4A29-62B7-894EB4019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7C5FBF-6C70-243B-0721-B74A98859A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284C8EE-16B5-EA52-9A98-72533E9D8D43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71631E-8636-E450-B3CE-46E0E4C0A8DB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4D7F38-6F14-D4F8-D04A-C202DB8EB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198726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5B137F2-25B5-7717-257C-17F1F1DFE0DA}"/>
              </a:ext>
            </a:extLst>
          </p:cNvPr>
          <p:cNvGrpSpPr/>
          <p:nvPr userDrawn="1"/>
        </p:nvGrpSpPr>
        <p:grpSpPr>
          <a:xfrm>
            <a:off x="3627157" y="2022440"/>
            <a:ext cx="5473801" cy="3544426"/>
            <a:chOff x="3627157" y="1483117"/>
            <a:chExt cx="5473801" cy="443357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F8544AC-6979-B22A-8E44-FDC8BC6AE8B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627157" y="1483117"/>
              <a:ext cx="0" cy="443357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10860A8-D177-6A98-3F89-D24C86D18E7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359206" y="1483117"/>
              <a:ext cx="0" cy="443357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0A3574D-A1F7-8059-B814-5576BAEA34A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00958" y="1483117"/>
              <a:ext cx="0" cy="443357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7803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State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476789"/>
            <a:ext cx="10757719" cy="714726"/>
          </a:xfrm>
        </p:spPr>
        <p:txBody>
          <a:bodyPr lIns="0" rIns="0">
            <a:normAutofit/>
          </a:bodyPr>
          <a:lstStyle>
            <a:lvl1pPr marL="0" indent="0" algn="l">
              <a:lnSpc>
                <a:spcPct val="90000"/>
              </a:lnSpc>
              <a:buFontTx/>
              <a:buNone/>
              <a:defRPr sz="4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Pennsylvania State Map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16B0D-2499-002F-7721-8DA278880EFD}"/>
              </a:ext>
            </a:extLst>
          </p:cNvPr>
          <p:cNvSpPr/>
          <p:nvPr userDrawn="1"/>
        </p:nvSpPr>
        <p:spPr>
          <a:xfrm rot="5400000">
            <a:off x="4411715" y="2332192"/>
            <a:ext cx="391886" cy="8659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9B13EA6-95FC-4931-D94E-76CD767560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6466113"/>
            <a:ext cx="7945496" cy="375619"/>
          </a:xfrm>
        </p:spPr>
        <p:txBody>
          <a:bodyPr wrap="square" lIns="0" tIns="0" rIns="0" bIns="0" anchor="ctr" anchorCtr="0">
            <a:noAutofit/>
          </a:bodyPr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4F068-63F6-499E-D216-F39441E6B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5592" y="6042015"/>
            <a:ext cx="2298616" cy="714726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23964E1-6855-DA34-3FCD-C6CB08B58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34209" y="1923854"/>
            <a:ext cx="2415865" cy="2175458"/>
          </a:xfrm>
        </p:spPr>
        <p:txBody>
          <a:bodyPr lIns="0" rIns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</a:lstStyle>
          <a:p>
            <a:pPr lvl="0"/>
            <a:r>
              <a:rPr lang="en-US" dirty="0"/>
              <a:t>Text goes here …</a:t>
            </a:r>
          </a:p>
        </p:txBody>
      </p:sp>
      <p:pic>
        <p:nvPicPr>
          <p:cNvPr id="4" name="Picture 3" descr="The state of Pennsylvania shows the locations of five campuses of the University of Pittsburgh in Bradford, Greensburg, Johnstown, Titusville and Pittsburgh. ">
            <a:extLst>
              <a:ext uri="{FF2B5EF4-FFF2-40B4-BE49-F238E27FC236}">
                <a16:creationId xmlns:a16="http://schemas.microsoft.com/office/drawing/2014/main" id="{89F00AF4-5EA3-85A6-C75A-9F7866445B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6690" y="1314940"/>
            <a:ext cx="8783733" cy="4940849"/>
          </a:xfrm>
          <a:prstGeom prst="rect">
            <a:avLst/>
          </a:prstGeom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996C664-A7F6-3D94-5037-21943AD9C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87089" y="647135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05F0E620-3733-EF2C-D737-289548BF80F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CF825-D86C-A889-D7D5-C4F90DD2AB2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937523" y="6461313"/>
            <a:ext cx="396687" cy="3966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96959F-3F2C-873A-5E7D-D95CD4D85987}"/>
              </a:ext>
            </a:extLst>
          </p:cNvPr>
          <p:cNvSpPr/>
          <p:nvPr userDrawn="1"/>
        </p:nvSpPr>
        <p:spPr>
          <a:xfrm>
            <a:off x="0" y="276932"/>
            <a:ext cx="277792" cy="658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456B25-B9F5-3773-9E05-EBD8703CB25C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57E745-1830-217B-0D34-D7D29C5C9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0876" y="1198726"/>
            <a:ext cx="3669782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263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 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6096000" y="762000"/>
            <a:ext cx="277792" cy="11914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275037A-211A-0260-E975-502EF34575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42689" y="362275"/>
            <a:ext cx="2407715" cy="7486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D45C94-FB22-DB67-8B12-BA7FC3BF71BF}"/>
              </a:ext>
            </a:extLst>
          </p:cNvPr>
          <p:cNvSpPr/>
          <p:nvPr userDrawn="1"/>
        </p:nvSpPr>
        <p:spPr>
          <a:xfrm>
            <a:off x="0" y="276932"/>
            <a:ext cx="277792" cy="6300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0252D5-EE17-72EF-BB70-A64AACC24DEE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89B169-7AA1-0AE3-A738-B266F8D2D807}"/>
              </a:ext>
            </a:extLst>
          </p:cNvPr>
          <p:cNvSpPr/>
          <p:nvPr userDrawn="1"/>
        </p:nvSpPr>
        <p:spPr>
          <a:xfrm>
            <a:off x="11914206" y="6580206"/>
            <a:ext cx="277794" cy="277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E7BBC2DF-BC4A-D79C-DCF6-9F42DA8B39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7" name="Picture 6" descr="A yellow and white squares&#10;&#10;Description automatically generated">
            <a:extLst>
              <a:ext uri="{FF2B5EF4-FFF2-40B4-BE49-F238E27FC236}">
                <a16:creationId xmlns:a16="http://schemas.microsoft.com/office/drawing/2014/main" id="{638A24B0-6E1E-DCEE-258F-F85CC34C5C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95313" y="6183518"/>
            <a:ext cx="396687" cy="39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84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Blue Questions">
    <p:bg>
      <p:bgPr>
        <a:solidFill>
          <a:srgbClr val="0035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5BACCB-11A0-E67D-A5BE-F5FD36B3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2355" y="2480848"/>
            <a:ext cx="10757719" cy="948148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5600"/>
              </a:lnSpc>
              <a:buFontTx/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Questions?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06613C-620C-CCA1-5CF5-9D533B473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7" y="5115072"/>
            <a:ext cx="10757718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1">
                <a:solidFill>
                  <a:srgbClr val="FFC00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err="1"/>
              <a:t>www.urlgoeshere.com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6096000" y="762000"/>
            <a:ext cx="277792" cy="11914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08A63-5C28-2736-64DB-BF56E813DDAC}"/>
              </a:ext>
            </a:extLst>
          </p:cNvPr>
          <p:cNvSpPr/>
          <p:nvPr userDrawn="1"/>
        </p:nvSpPr>
        <p:spPr>
          <a:xfrm>
            <a:off x="11912600" y="6580206"/>
            <a:ext cx="277794" cy="277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6F762C7-71A0-C668-493A-6DB2F9A3B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7" y="1965617"/>
            <a:ext cx="10757718" cy="249299"/>
          </a:xfrm>
        </p:spPr>
        <p:txBody>
          <a:bodyPr wrap="square" lIns="0" tIns="0" rIns="0" bIns="0">
            <a:noAutofit/>
          </a:bodyPr>
          <a:lstStyle>
            <a:lvl1pPr marL="0" indent="0" algn="l">
              <a:buFontTx/>
              <a:buNone/>
              <a:defRPr sz="1600" b="0">
                <a:solidFill>
                  <a:srgbClr val="FFC00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  <a:p>
            <a:pPr lvl="0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FB7554F-6CD8-D5F1-1C82-1445CAE97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42689" y="362275"/>
            <a:ext cx="2407715" cy="7486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4CC0A7-F07D-EBD8-DDE5-D3FF013030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77792" y="1607"/>
            <a:ext cx="277793" cy="2777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DFC990-FDD5-4574-AA8A-D1DA181F93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795313" y="6183518"/>
            <a:ext cx="396687" cy="3966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B03A0DC-9489-EA9B-34E8-069F06B0AF0A}"/>
              </a:ext>
            </a:extLst>
          </p:cNvPr>
          <p:cNvSpPr/>
          <p:nvPr userDrawn="1"/>
        </p:nvSpPr>
        <p:spPr>
          <a:xfrm>
            <a:off x="0" y="276932"/>
            <a:ext cx="277792" cy="6300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8A5963-63B1-659E-6168-44AD14199691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13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Gold 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yellow surface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1D5C38DC-3007-7244-816B-56782237BE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522"/>
          <a:stretch/>
        </p:blipFill>
        <p:spPr>
          <a:xfrm>
            <a:off x="138896" y="4630706"/>
            <a:ext cx="12053104" cy="194702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06613C-620C-CCA1-5CF5-9D533B473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6" y="5115072"/>
            <a:ext cx="10758377" cy="332399"/>
          </a:xfrm>
        </p:spPr>
        <p:txBody>
          <a:bodyPr wrap="square" lIns="0" tIns="0" rIns="0" bIns="0">
            <a:normAutofit/>
          </a:bodyPr>
          <a:lstStyle>
            <a:lvl1pPr marL="0" indent="0" algn="l">
              <a:buFontTx/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err="1"/>
              <a:t>www.urlgoeshere.com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6096000" y="762000"/>
            <a:ext cx="277792" cy="119142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08A63-5C28-2736-64DB-BF56E813DDAC}"/>
              </a:ext>
            </a:extLst>
          </p:cNvPr>
          <p:cNvSpPr/>
          <p:nvPr userDrawn="1"/>
        </p:nvSpPr>
        <p:spPr>
          <a:xfrm>
            <a:off x="11912600" y="6580206"/>
            <a:ext cx="277794" cy="277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6F762C7-71A0-C668-493A-6DB2F9A3B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6" y="1953809"/>
            <a:ext cx="10757719" cy="249299"/>
          </a:xfrm>
        </p:spPr>
        <p:txBody>
          <a:bodyPr wrap="square" lIns="0" tIns="0" rIns="0" bIns="0">
            <a:noAutofit/>
          </a:bodyPr>
          <a:lstStyle>
            <a:lvl1pPr marL="0" indent="0" algn="l">
              <a:buFontTx/>
              <a:buNone/>
              <a:defRPr sz="1600" b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DA80ABA-642B-4CD6-4C1C-51D2AF4F57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2355" y="2485674"/>
            <a:ext cx="10757719" cy="1666936"/>
          </a:xfrm>
        </p:spPr>
        <p:txBody>
          <a:bodyPr lIns="0" rIns="0">
            <a:normAutofit/>
          </a:bodyPr>
          <a:lstStyle>
            <a:lvl1pPr marL="0" indent="0" algn="l">
              <a:lnSpc>
                <a:spcPts val="5600"/>
              </a:lnSpc>
              <a:buFontTx/>
              <a:buNone/>
              <a:defRPr sz="6000" b="1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Thank you.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275037A-211A-0260-E975-502EF34575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342689" y="362275"/>
            <a:ext cx="2407715" cy="7486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B684C4-7AF4-5F90-62B2-6406750E9A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77792" y="1607"/>
            <a:ext cx="277793" cy="2777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7A2DD4-5569-DCE6-8C65-0252143A76B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795313" y="6183519"/>
            <a:ext cx="396687" cy="3966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D45C94-FB22-DB67-8B12-BA7FC3BF71BF}"/>
              </a:ext>
            </a:extLst>
          </p:cNvPr>
          <p:cNvSpPr/>
          <p:nvPr userDrawn="1"/>
        </p:nvSpPr>
        <p:spPr>
          <a:xfrm>
            <a:off x="0" y="276932"/>
            <a:ext cx="277792" cy="6300797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77EF01-9B43-B49F-0496-4371143CFBA0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138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5957103" y="900897"/>
            <a:ext cx="277792" cy="116364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13C50966-A99F-798D-C58F-0D9886F674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7" y="5115072"/>
            <a:ext cx="10757718" cy="332399"/>
          </a:xfrm>
        </p:spPr>
        <p:txBody>
          <a:bodyPr wrap="square" lIns="0" tIns="0" rIns="0" bIns="0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err="1"/>
              <a:t>www.urlgoeshere.com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626E00A5-2C40-95C5-F409-73F2D3F399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7" y="4741122"/>
            <a:ext cx="10757718" cy="249299"/>
          </a:xfrm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1600" b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  <a:p>
            <a:pPr lvl="0"/>
            <a:endParaRPr lang="en-US" dirty="0"/>
          </a:p>
        </p:txBody>
      </p:sp>
      <p:pic>
        <p:nvPicPr>
          <p:cNvPr id="5" name="Picture 4" descr="This is the main institutional mark of the University of Pittsburgh, in royal blue and gold. ">
            <a:extLst>
              <a:ext uri="{FF2B5EF4-FFF2-40B4-BE49-F238E27FC236}">
                <a16:creationId xmlns:a16="http://schemas.microsoft.com/office/drawing/2014/main" id="{B1CF8824-230E-A55C-8536-05C488C109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289051" y="1952733"/>
            <a:ext cx="7613896" cy="236744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1012CB-6557-8DFA-EBD7-51B806C2DD5B}"/>
              </a:ext>
            </a:extLst>
          </p:cNvPr>
          <p:cNvSpPr/>
          <p:nvPr userDrawn="1"/>
        </p:nvSpPr>
        <p:spPr>
          <a:xfrm>
            <a:off x="0" y="276932"/>
            <a:ext cx="277792" cy="6300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2EAE99-90F0-51B9-78DA-406FBD76CBBC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5A385E-3D46-CD82-151A-810BEDD2C966}"/>
              </a:ext>
            </a:extLst>
          </p:cNvPr>
          <p:cNvSpPr/>
          <p:nvPr userDrawn="1"/>
        </p:nvSpPr>
        <p:spPr>
          <a:xfrm>
            <a:off x="11914206" y="6580206"/>
            <a:ext cx="277794" cy="277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ue and white checkered flag&#10;&#10;Description automatically generated">
            <a:extLst>
              <a:ext uri="{FF2B5EF4-FFF2-40B4-BE49-F238E27FC236}">
                <a16:creationId xmlns:a16="http://schemas.microsoft.com/office/drawing/2014/main" id="{790B55D0-8469-8BB8-E079-DE201388FB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792" y="0"/>
            <a:ext cx="277793" cy="277793"/>
          </a:xfrm>
          <a:prstGeom prst="rect">
            <a:avLst/>
          </a:prstGeom>
        </p:spPr>
      </p:pic>
      <p:pic>
        <p:nvPicPr>
          <p:cNvPr id="11" name="Picture 10" descr="A yellow and white squares&#10;&#10;Description automatically generated">
            <a:extLst>
              <a:ext uri="{FF2B5EF4-FFF2-40B4-BE49-F238E27FC236}">
                <a16:creationId xmlns:a16="http://schemas.microsoft.com/office/drawing/2014/main" id="{8F6CAFD0-D584-550D-77DB-83BF26C5349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95313" y="6183518"/>
            <a:ext cx="396687" cy="39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355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Blue">
    <p:bg>
      <p:bgPr>
        <a:solidFill>
          <a:srgbClr val="0035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06613C-620C-CCA1-5CF5-9D533B473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7" y="5115072"/>
            <a:ext cx="10757718" cy="332399"/>
          </a:xfrm>
        </p:spPr>
        <p:txBody>
          <a:bodyPr wrap="square" lIns="0" tIns="0" rIns="0" bIns="0">
            <a:normAutofit/>
          </a:bodyPr>
          <a:lstStyle>
            <a:lvl1pPr marL="0" indent="0" algn="ctr">
              <a:buFontTx/>
              <a:buNone/>
              <a:defRPr sz="2000" b="1">
                <a:solidFill>
                  <a:srgbClr val="FFC00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err="1"/>
              <a:t>www.urlgoeshere.com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6096000" y="762000"/>
            <a:ext cx="277792" cy="11914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08A63-5C28-2736-64DB-BF56E813DDAC}"/>
              </a:ext>
            </a:extLst>
          </p:cNvPr>
          <p:cNvSpPr/>
          <p:nvPr userDrawn="1"/>
        </p:nvSpPr>
        <p:spPr>
          <a:xfrm>
            <a:off x="11912600" y="6580206"/>
            <a:ext cx="277794" cy="277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6F762C7-71A0-C668-493A-6DB2F9A3B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7" y="4741122"/>
            <a:ext cx="10757718" cy="249299"/>
          </a:xfrm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  <a:p>
            <a:pPr lvl="0"/>
            <a:endParaRPr lang="en-US" dirty="0"/>
          </a:p>
        </p:txBody>
      </p:sp>
      <p:pic>
        <p:nvPicPr>
          <p:cNvPr id="24" name="Picture 23" descr="This is the main institutional mark of the University of Pittsburgh. ">
            <a:extLst>
              <a:ext uri="{FF2B5EF4-FFF2-40B4-BE49-F238E27FC236}">
                <a16:creationId xmlns:a16="http://schemas.microsoft.com/office/drawing/2014/main" id="{6FB7554F-6CD8-D5F1-1C82-1445CAE97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289046" y="1952733"/>
            <a:ext cx="7613907" cy="23674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40FFB5-BAAC-BF69-DD00-EB11B442B8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77792" y="1607"/>
            <a:ext cx="277793" cy="2777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0C187C-C68E-1872-6C8D-AD800E35DC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795313" y="6183518"/>
            <a:ext cx="396687" cy="39668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68E4196-B801-527E-1869-FE0091EAC022}"/>
              </a:ext>
            </a:extLst>
          </p:cNvPr>
          <p:cNvSpPr/>
          <p:nvPr userDrawn="1"/>
        </p:nvSpPr>
        <p:spPr>
          <a:xfrm>
            <a:off x="0" y="276932"/>
            <a:ext cx="277792" cy="6300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8547A6-1472-6643-A7C3-0614E3531088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995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Go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yellow surface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1D5C38DC-3007-7244-816B-56782237BE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522"/>
          <a:stretch/>
        </p:blipFill>
        <p:spPr>
          <a:xfrm>
            <a:off x="138896" y="4373348"/>
            <a:ext cx="12053104" cy="22052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AB57D5-15A0-E41D-7E0D-BA7AA53223AC}"/>
              </a:ext>
            </a:extLst>
          </p:cNvPr>
          <p:cNvSpPr/>
          <p:nvPr userDrawn="1"/>
        </p:nvSpPr>
        <p:spPr>
          <a:xfrm rot="5400000">
            <a:off x="6096000" y="762000"/>
            <a:ext cx="277792" cy="119142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08A63-5C28-2736-64DB-BF56E813DDAC}"/>
              </a:ext>
            </a:extLst>
          </p:cNvPr>
          <p:cNvSpPr/>
          <p:nvPr userDrawn="1"/>
        </p:nvSpPr>
        <p:spPr>
          <a:xfrm>
            <a:off x="11912600" y="6580206"/>
            <a:ext cx="277794" cy="277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13C50966-A99F-798D-C58F-0D9886F674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7" y="5115072"/>
            <a:ext cx="10757718" cy="332399"/>
          </a:xfrm>
        </p:spPr>
        <p:txBody>
          <a:bodyPr wrap="square" lIns="0" tIns="0" rIns="0" bIns="0">
            <a:normAutofit/>
          </a:bodyPr>
          <a:lstStyle>
            <a:lvl1pPr marL="0" indent="0" algn="ctr">
              <a:buFontTx/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err="1"/>
              <a:t>www.urlgoeshere.com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626E00A5-2C40-95C5-F409-73F2D3F399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027" y="4741122"/>
            <a:ext cx="10757718" cy="249299"/>
          </a:xfrm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1600" b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School, Department, Center or Institution name can go here</a:t>
            </a:r>
          </a:p>
          <a:p>
            <a:pPr lvl="0"/>
            <a:endParaRPr lang="en-US" dirty="0"/>
          </a:p>
        </p:txBody>
      </p:sp>
      <p:pic>
        <p:nvPicPr>
          <p:cNvPr id="5" name="Picture 4" descr="This is the main institutional mark of the University of Pittsburgh, in royal blue and gold. ">
            <a:extLst>
              <a:ext uri="{FF2B5EF4-FFF2-40B4-BE49-F238E27FC236}">
                <a16:creationId xmlns:a16="http://schemas.microsoft.com/office/drawing/2014/main" id="{B1CF8824-230E-A55C-8536-05C488C109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289051" y="1563095"/>
            <a:ext cx="7613896" cy="23674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271648-F117-DFA1-1C31-3B9A0D4C39D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77792" y="1607"/>
            <a:ext cx="277793" cy="277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1DF55A-8BB2-3B33-D371-86C71DB8B1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1795313" y="6183519"/>
            <a:ext cx="396687" cy="3966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1012CB-6557-8DFA-EBD7-51B806C2DD5B}"/>
              </a:ext>
            </a:extLst>
          </p:cNvPr>
          <p:cNvSpPr/>
          <p:nvPr userDrawn="1"/>
        </p:nvSpPr>
        <p:spPr>
          <a:xfrm>
            <a:off x="0" y="276932"/>
            <a:ext cx="277792" cy="6300797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85FC82-33E7-013B-6909-1A92FFD178C0}"/>
              </a:ext>
            </a:extLst>
          </p:cNvPr>
          <p:cNvSpPr/>
          <p:nvPr userDrawn="1"/>
        </p:nvSpPr>
        <p:spPr>
          <a:xfrm>
            <a:off x="0" y="0"/>
            <a:ext cx="277794" cy="276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6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D5778-B21B-40B6-9CEF-79B0D59AC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06EFF-F9A5-9E40-A502-3D98189BE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63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3" r:id="rId2"/>
    <p:sldLayoutId id="2147483727" r:id="rId3"/>
    <p:sldLayoutId id="2147483731" r:id="rId4"/>
    <p:sldLayoutId id="2147483729" r:id="rId5"/>
    <p:sldLayoutId id="2147483730" r:id="rId6"/>
    <p:sldLayoutId id="2147483753" r:id="rId7"/>
    <p:sldLayoutId id="2147483751" r:id="rId8"/>
    <p:sldLayoutId id="2147483732" r:id="rId9"/>
    <p:sldLayoutId id="2147483736" r:id="rId10"/>
    <p:sldLayoutId id="2147483735" r:id="rId11"/>
    <p:sldLayoutId id="2147483739" r:id="rId12"/>
    <p:sldLayoutId id="2147483740" r:id="rId13"/>
    <p:sldLayoutId id="2147483737" r:id="rId14"/>
    <p:sldLayoutId id="2147483738" r:id="rId15"/>
    <p:sldLayoutId id="2147483742" r:id="rId16"/>
    <p:sldLayoutId id="2147483743" r:id="rId17"/>
    <p:sldLayoutId id="2147483745" r:id="rId18"/>
    <p:sldLayoutId id="2147483744" r:id="rId19"/>
    <p:sldLayoutId id="2147483750" r:id="rId20"/>
    <p:sldLayoutId id="2147483754" r:id="rId21"/>
    <p:sldLayoutId id="2147483746" r:id="rId22"/>
    <p:sldLayoutId id="2147483747" r:id="rId23"/>
    <p:sldLayoutId id="2147483755" r:id="rId24"/>
    <p:sldLayoutId id="2147483748" r:id="rId25"/>
    <p:sldLayoutId id="2147483749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bg2">
              <a:lumMod val="2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nth Day Year">
            <a:extLst>
              <a:ext uri="{FF2B5EF4-FFF2-40B4-BE49-F238E27FC236}">
                <a16:creationId xmlns:a16="http://schemas.microsoft.com/office/drawing/2014/main" id="{9597E11F-7750-0CAC-C23A-17165A2D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May 1</a:t>
            </a:r>
            <a:r>
              <a:rPr lang="en-US" baseline="30000" dirty="0"/>
              <a:t>st</a:t>
            </a:r>
            <a:r>
              <a:rPr lang="en-US" dirty="0"/>
              <a:t> 2026</a:t>
            </a:r>
          </a:p>
        </p:txBody>
      </p:sp>
      <p:sp>
        <p:nvSpPr>
          <p:cNvPr id="2" name="Presentation Subtitle or Presenter Name">
            <a:extLst>
              <a:ext uri="{FF2B5EF4-FFF2-40B4-BE49-F238E27FC236}">
                <a16:creationId xmlns:a16="http://schemas.microsoft.com/office/drawing/2014/main" id="{598FC6B3-6436-7E8E-EEE5-A09CC7808D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2026" y="3824553"/>
            <a:ext cx="10758377" cy="1191066"/>
          </a:xfrm>
        </p:spPr>
        <p:txBody>
          <a:bodyPr/>
          <a:lstStyle/>
          <a:p>
            <a:r>
              <a:rPr lang="en-US" dirty="0"/>
              <a:t>Final Oral Exam</a:t>
            </a:r>
          </a:p>
          <a:p>
            <a:r>
              <a:rPr lang="en-US" dirty="0"/>
              <a:t>Instructor: Dr. Robert Kerestes, Dr. Paulo Radatz, TA: Mr. Collin Griffin</a:t>
            </a:r>
          </a:p>
          <a:p>
            <a:r>
              <a:rPr lang="en-US" dirty="0"/>
              <a:t>Student: Trinh Truong</a:t>
            </a:r>
          </a:p>
        </p:txBody>
      </p:sp>
      <p:sp>
        <p:nvSpPr>
          <p:cNvPr id="5" name="Presentation Title">
            <a:extLst>
              <a:ext uri="{FF2B5EF4-FFF2-40B4-BE49-F238E27FC236}">
                <a16:creationId xmlns:a16="http://schemas.microsoft.com/office/drawing/2014/main" id="{F3E52DB9-901C-8832-D23C-1881264B54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2026" y="1978711"/>
            <a:ext cx="10757719" cy="1666936"/>
          </a:xfrm>
        </p:spPr>
        <p:txBody>
          <a:bodyPr/>
          <a:lstStyle/>
          <a:p>
            <a:r>
              <a:rPr lang="en-US" dirty="0"/>
              <a:t>Computational Analysis of Power Systems</a:t>
            </a:r>
          </a:p>
        </p:txBody>
      </p:sp>
      <p:sp>
        <p:nvSpPr>
          <p:cNvPr id="4" name="School, Department, Center or Institution name">
            <a:extLst>
              <a:ext uri="{FF2B5EF4-FFF2-40B4-BE49-F238E27FC236}">
                <a16:creationId xmlns:a16="http://schemas.microsoft.com/office/drawing/2014/main" id="{74696B48-68A0-470A-8361-79BDA5BA10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2026" y="1344440"/>
            <a:ext cx="10757719" cy="249299"/>
          </a:xfrm>
        </p:spPr>
        <p:txBody>
          <a:bodyPr/>
          <a:lstStyle/>
          <a:p>
            <a:r>
              <a:rPr lang="en-US" sz="2000" dirty="0"/>
              <a:t>Swanson School Of Engineering, Department of Electrical and Computer Engineering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3E47FD-0ED2-38A9-BAEA-5AF443D474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01</a:t>
            </a:r>
          </a:p>
        </p:txBody>
      </p:sp>
    </p:spTree>
    <p:extLst>
      <p:ext uri="{BB962C8B-B14F-4D97-AF65-F5344CB8AC3E}">
        <p14:creationId xmlns:p14="http://schemas.microsoft.com/office/powerpoint/2010/main" val="2422673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10748-630D-E058-B22B-8C836C6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7CD06EFF-F9A5-9E40-A502-3D98189BE54D}" type="slidenum">
              <a:rPr lang="en-US" b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40F9-FA98-82B5-0D62-884AA0D019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2026" y="6466113"/>
            <a:ext cx="6799163" cy="37561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AB2BE-0425-10C1-3356-BDCEFA67CD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OVERVIEW </a:t>
            </a:r>
          </a:p>
          <a:p>
            <a:endParaRPr lang="en-US" b="1" dirty="0"/>
          </a:p>
          <a:p>
            <a:r>
              <a:rPr lang="en-US" b="1" dirty="0"/>
              <a:t>FILE STRUCTURE</a:t>
            </a:r>
          </a:p>
          <a:p>
            <a:endParaRPr lang="en-US" b="1" dirty="0"/>
          </a:p>
          <a:p>
            <a:r>
              <a:rPr lang="en-US" b="1" dirty="0"/>
              <a:t>CLASS DESCRIPTIONS</a:t>
            </a:r>
          </a:p>
          <a:p>
            <a:endParaRPr lang="en-US" b="1" dirty="0"/>
          </a:p>
          <a:p>
            <a:r>
              <a:rPr lang="en-US" b="1" dirty="0"/>
              <a:t>RESULTS</a:t>
            </a:r>
          </a:p>
          <a:p>
            <a:endParaRPr lang="en-US" b="1" dirty="0"/>
          </a:p>
          <a:p>
            <a:r>
              <a:rPr lang="en-US" b="1" dirty="0"/>
              <a:t>CONCLUSION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F1D87A-7381-8C67-3AE3-ADB0E028D0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E97676-794B-FB15-04E2-B2C49503BB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1698" y="-1344073"/>
            <a:ext cx="10515600" cy="1325563"/>
          </a:xfrm>
        </p:spPr>
        <p:txBody>
          <a:bodyPr anchor="b" anchorCtr="0">
            <a:normAutofit/>
          </a:bodyPr>
          <a:lstStyle/>
          <a:p>
            <a:r>
              <a:rPr lang="en-US" sz="2400" dirty="0"/>
              <a:t>Slide Title for Accessibility 09</a:t>
            </a:r>
          </a:p>
        </p:txBody>
      </p:sp>
    </p:spTree>
    <p:extLst>
      <p:ext uri="{BB962C8B-B14F-4D97-AF65-F5344CB8AC3E}">
        <p14:creationId xmlns:p14="http://schemas.microsoft.com/office/powerpoint/2010/main" val="85252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70FC-F80B-CA8C-7EC5-B4E6D1FC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8A75BF-D94E-9D22-CE5F-7250D4A5B9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59A1F-6B48-8C96-4B17-A49189EFCAE6}"/>
              </a:ext>
            </a:extLst>
          </p:cNvPr>
          <p:cNvSpPr txBox="1"/>
          <p:nvPr/>
        </p:nvSpPr>
        <p:spPr>
          <a:xfrm>
            <a:off x="838200" y="186184"/>
            <a:ext cx="36791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F3A62-3938-11A7-E949-93A785BD5321}"/>
              </a:ext>
            </a:extLst>
          </p:cNvPr>
          <p:cNvSpPr txBox="1"/>
          <p:nvPr/>
        </p:nvSpPr>
        <p:spPr>
          <a:xfrm>
            <a:off x="941561" y="1928792"/>
            <a:ext cx="2544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project can perform: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48657-1922-8D0F-4B3A-DECB99983534}"/>
              </a:ext>
            </a:extLst>
          </p:cNvPr>
          <p:cNvSpPr txBox="1"/>
          <p:nvPr/>
        </p:nvSpPr>
        <p:spPr>
          <a:xfrm>
            <a:off x="1539090" y="2602205"/>
            <a:ext cx="41780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Newton-Raphson Power Flow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Three-phase Symmetrical Fault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 Voltage Sensitivity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F2ADE-2386-018E-C3DB-B07182F30B7F}"/>
              </a:ext>
            </a:extLst>
          </p:cNvPr>
          <p:cNvSpPr txBox="1"/>
          <p:nvPr/>
        </p:nvSpPr>
        <p:spPr>
          <a:xfrm>
            <a:off x="941561" y="1303699"/>
            <a:ext cx="772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project was built from scratch using object-oriented programming in Python.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7150E7-B817-276F-FA82-3E0E3C2C024C}"/>
              </a:ext>
            </a:extLst>
          </p:cNvPr>
          <p:cNvSpPr txBox="1"/>
          <p:nvPr/>
        </p:nvSpPr>
        <p:spPr>
          <a:xfrm>
            <a:off x="941561" y="3829616"/>
            <a:ext cx="99835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results from Python Simulator are then compared to the results in </a:t>
            </a:r>
            <a:r>
              <a:rPr lang="en-US" dirty="0" err="1"/>
              <a:t>PowerWorld</a:t>
            </a:r>
            <a:r>
              <a:rPr lang="en-US" dirty="0"/>
              <a:t> Simulation Software,</a:t>
            </a:r>
            <a:br>
              <a:rPr lang="en-US" dirty="0"/>
            </a:br>
            <a:r>
              <a:rPr lang="en-US" dirty="0"/>
              <a:t>including: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E8C52-AFB4-CCC4-9F4D-C50C3E247E33}"/>
              </a:ext>
            </a:extLst>
          </p:cNvPr>
          <p:cNvSpPr txBox="1"/>
          <p:nvPr/>
        </p:nvSpPr>
        <p:spPr>
          <a:xfrm>
            <a:off x="1521559" y="4752946"/>
            <a:ext cx="44117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Flow Results (Voltages and Powers)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Ybus</a:t>
            </a:r>
            <a:r>
              <a:rPr lang="en-US" dirty="0"/>
              <a:t>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Fault Analysis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Jacobian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Sensitivity Analysis Results</a:t>
            </a:r>
          </a:p>
        </p:txBody>
      </p:sp>
    </p:spTree>
    <p:extLst>
      <p:ext uri="{BB962C8B-B14F-4D97-AF65-F5344CB8AC3E}">
        <p14:creationId xmlns:p14="http://schemas.microsoft.com/office/powerpoint/2010/main" val="118018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1107E-EDA4-C339-091A-C0988D3C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20B7AC-7057-88B9-C1C6-437F982B1C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52838-0A0E-E030-5D30-9B62FA36EC26}"/>
              </a:ext>
            </a:extLst>
          </p:cNvPr>
          <p:cNvSpPr txBox="1"/>
          <p:nvPr/>
        </p:nvSpPr>
        <p:spPr>
          <a:xfrm>
            <a:off x="747665" y="168077"/>
            <a:ext cx="36526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FILE STRUCTURE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473687-73E8-2A50-8394-915FEC1A4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466095"/>
              </p:ext>
            </p:extLst>
          </p:nvPr>
        </p:nvGraphicFramePr>
        <p:xfrm>
          <a:off x="2902805" y="891847"/>
          <a:ext cx="6386389" cy="55985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8176">
                  <a:extLst>
                    <a:ext uri="{9D8B030D-6E8A-4147-A177-3AD203B41FA5}">
                      <a16:colId xmlns:a16="http://schemas.microsoft.com/office/drawing/2014/main" val="959017324"/>
                    </a:ext>
                  </a:extLst>
                </a:gridCol>
                <a:gridCol w="1748738">
                  <a:extLst>
                    <a:ext uri="{9D8B030D-6E8A-4147-A177-3AD203B41FA5}">
                      <a16:colId xmlns:a16="http://schemas.microsoft.com/office/drawing/2014/main" val="3123684882"/>
                    </a:ext>
                  </a:extLst>
                </a:gridCol>
                <a:gridCol w="2889475">
                  <a:extLst>
                    <a:ext uri="{9D8B030D-6E8A-4147-A177-3AD203B41FA5}">
                      <a16:colId xmlns:a16="http://schemas.microsoft.com/office/drawing/2014/main" val="3470339699"/>
                    </a:ext>
                  </a:extLst>
                </a:gridCol>
              </a:tblGrid>
              <a:tr h="3429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File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Class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Purpose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282340413"/>
                  </a:ext>
                </a:extLst>
              </a:tr>
              <a:tr h="3273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Bus.py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Represents a power system bus node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2147048861"/>
                  </a:ext>
                </a:extLst>
              </a:tr>
              <a:tr h="3273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Transformer.py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Transformer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Models transformer with series impedance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2500454943"/>
                  </a:ext>
                </a:extLst>
              </a:tr>
              <a:tr h="3273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TransmissionLine.py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TransmissionLine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Models transmission line using pi-model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4039575213"/>
                  </a:ext>
                </a:extLst>
              </a:tr>
              <a:tr h="3273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Load.py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Load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Represents constant power load at a bus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2338614001"/>
                  </a:ext>
                </a:extLst>
              </a:tr>
              <a:tr h="44344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Generator.py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Generator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Represents generator with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voltage/power setpoints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564486359"/>
                  </a:ext>
                </a:extLst>
              </a:tr>
              <a:tr h="44344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Settings.py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Settings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System-wide per-unit base parameters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379822922"/>
                  </a:ext>
                </a:extLst>
              </a:tr>
              <a:tr h="66280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Circuit.py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Circuit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Main container: assembles network, builds </a:t>
                      </a:r>
                      <a:r>
                        <a:rPr lang="en-US" sz="1200" kern="100" dirty="0" err="1">
                          <a:effectLst/>
                        </a:rPr>
                        <a:t>Ybus</a:t>
                      </a:r>
                      <a:r>
                        <a:rPr lang="en-US" sz="1200" kern="100" dirty="0">
                          <a:effectLst/>
                        </a:rPr>
                        <a:t>, computes power flow equations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3014763596"/>
                  </a:ext>
                </a:extLst>
              </a:tr>
              <a:tr h="61119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Jacobian.py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Jacobian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Builds the Newton-Raphson Jacobian matrix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2883844470"/>
                  </a:ext>
                </a:extLst>
              </a:tr>
              <a:tr h="3273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NRSolver.py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NRSolver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Newton-Raphson iterative solver and fault analysis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963350319"/>
                  </a:ext>
                </a:extLst>
              </a:tr>
              <a:tr h="3273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SensAna.py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SensAna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Linear voltage sensitivity analysis using J inverse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2324954812"/>
                  </a:ext>
                </a:extLst>
              </a:tr>
              <a:tr h="3273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SevenBus.py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-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Validation script: 7-bus power flow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3354550159"/>
                  </a:ext>
                </a:extLst>
              </a:tr>
              <a:tr h="3273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Fault_Validation.py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-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Validation script: 7-bus fault analysis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2618015381"/>
                  </a:ext>
                </a:extLst>
              </a:tr>
              <a:tr h="3273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Sensitivity_Analysis.py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-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Validation script: sensitivity analysis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168" marR="46168" marT="0" marB="0" anchor="ctr"/>
                </a:tc>
                <a:extLst>
                  <a:ext uri="{0D108BD9-81ED-4DB2-BD59-A6C34878D82A}">
                    <a16:rowId xmlns:a16="http://schemas.microsoft.com/office/drawing/2014/main" val="192986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10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F04D-E57F-33CD-1F45-E043FF59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C56D41-EBD7-878F-934F-D1C1C9ED54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069AB-4058-785A-42AD-25FC578EC081}"/>
              </a:ext>
            </a:extLst>
          </p:cNvPr>
          <p:cNvSpPr txBox="1"/>
          <p:nvPr/>
        </p:nvSpPr>
        <p:spPr>
          <a:xfrm>
            <a:off x="747666" y="122810"/>
            <a:ext cx="69331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CLASS DESCRIPTIONS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9D12E2-A4FB-A9E8-FC56-707F3A70B9A6}"/>
              </a:ext>
            </a:extLst>
          </p:cNvPr>
          <p:cNvSpPr txBox="1"/>
          <p:nvPr/>
        </p:nvSpPr>
        <p:spPr>
          <a:xfrm>
            <a:off x="1638677" y="1138473"/>
            <a:ext cx="1739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Bus Class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DBA86C7-7A36-366A-8B26-E78A07B87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548654"/>
              </p:ext>
            </p:extLst>
          </p:nvPr>
        </p:nvGraphicFramePr>
        <p:xfrm>
          <a:off x="1045077" y="2046083"/>
          <a:ext cx="5937250" cy="30886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4230985864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2408050092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2528149520"/>
                    </a:ext>
                  </a:extLst>
                </a:gridCol>
              </a:tblGrid>
              <a:tr h="3960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Attribute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Type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Description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714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name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str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Unique identifier for the bus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6679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nominal_kV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Physical voltage level in kilovolts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0165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bus_type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str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classification: Slack, PQ, or PV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925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vpu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Per-unit voltage magnitude (initialized to 1.0)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7431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delta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Voltage angle in radians (initialized to 0.0)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2779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bus_index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int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Auto-assigned unique integer index (class-level counter)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181975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1424FB7-91FA-BA70-9A93-AF5EE6FCA20F}"/>
              </a:ext>
            </a:extLst>
          </p:cNvPr>
          <p:cNvSpPr txBox="1"/>
          <p:nvPr/>
        </p:nvSpPr>
        <p:spPr>
          <a:xfrm>
            <a:off x="7195242" y="2562540"/>
            <a:ext cx="4248338" cy="2055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Slack: Reference bus, V and δ fixed, </a:t>
            </a:r>
            <a:b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 and Q generated to balance system</a:t>
            </a: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PQ: Load bus, P and Q specified, </a:t>
            </a:r>
            <a:b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 and δ solved by Newton-Raphson</a:t>
            </a: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PV: Generator bus, P and V specified, </a:t>
            </a:r>
            <a:b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 and δ solved by Newton-Raphson</a:t>
            </a:r>
          </a:p>
        </p:txBody>
      </p:sp>
    </p:spTree>
    <p:extLst>
      <p:ext uri="{BB962C8B-B14F-4D97-AF65-F5344CB8AC3E}">
        <p14:creationId xmlns:p14="http://schemas.microsoft.com/office/powerpoint/2010/main" val="139693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A442-9081-E88D-47B2-8482D547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C602BF-7925-8F23-353D-04F2416F21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93B8BB-95AE-EC56-C6C2-B163555D821A}"/>
              </a:ext>
            </a:extLst>
          </p:cNvPr>
          <p:cNvSpPr txBox="1"/>
          <p:nvPr/>
        </p:nvSpPr>
        <p:spPr>
          <a:xfrm>
            <a:off x="1122629" y="676746"/>
            <a:ext cx="3203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accent1">
                    <a:lumMod val="75000"/>
                  </a:schemeClr>
                </a:solidFill>
              </a:rPr>
              <a:t>Transformer Class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CAAD98F-295D-1AEE-EABD-16B71AC40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742265"/>
              </p:ext>
            </p:extLst>
          </p:nvPr>
        </p:nvGraphicFramePr>
        <p:xfrm>
          <a:off x="1461537" y="1951692"/>
          <a:ext cx="6152427" cy="29546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4239139740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591382002"/>
                    </a:ext>
                  </a:extLst>
                </a:gridCol>
                <a:gridCol w="2194472">
                  <a:extLst>
                    <a:ext uri="{9D8B030D-6E8A-4147-A177-3AD203B41FA5}">
                      <a16:colId xmlns:a16="http://schemas.microsoft.com/office/drawing/2014/main" val="2429095810"/>
                    </a:ext>
                  </a:extLst>
                </a:gridCol>
              </a:tblGrid>
              <a:tr h="5507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Attribute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Type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Description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7917442"/>
                  </a:ext>
                </a:extLst>
              </a:tr>
              <a:tr h="56131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name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str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Transformer identifier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7984645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bus1_name/bus2_name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str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Names of connected buses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481964"/>
                  </a:ext>
                </a:extLst>
              </a:tr>
              <a:tr h="1794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float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Series resistance in per-unit (system base)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1734361"/>
                  </a:ext>
                </a:extLst>
              </a:tr>
              <a:tr h="45586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x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float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Series reactance in per-unit (system base)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3429724"/>
                  </a:ext>
                </a:extLst>
              </a:tr>
              <a:tr h="49794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yseries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complex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Series admittance: 1/(r + </a:t>
                      </a:r>
                      <a:r>
                        <a:rPr lang="en-US" sz="1400" kern="100" dirty="0" err="1">
                          <a:effectLst/>
                        </a:rPr>
                        <a:t>jx</a:t>
                      </a:r>
                      <a:r>
                        <a:rPr lang="en-US" sz="1400" kern="100" dirty="0">
                          <a:effectLst/>
                        </a:rPr>
                        <a:t>)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80932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EFC820-47E1-D8E3-0E74-9C52D7863598}"/>
              </a:ext>
            </a:extLst>
          </p:cNvPr>
          <p:cNvSpPr txBox="1"/>
          <p:nvPr/>
        </p:nvSpPr>
        <p:spPr>
          <a:xfrm>
            <a:off x="8191124" y="2314090"/>
            <a:ext cx="31626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Method: </a:t>
            </a:r>
            <a:r>
              <a:rPr lang="en-US" sz="1800" b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calc_yprim</a:t>
            </a:r>
            <a:r>
              <a:rPr lang="en-US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Calculate primitive impedance of transformers: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5503B-79D8-AA2A-0915-67F232EFEE21}"/>
              </a:ext>
            </a:extLst>
          </p:cNvPr>
          <p:cNvSpPr txBox="1"/>
          <p:nvPr/>
        </p:nvSpPr>
        <p:spPr>
          <a:xfrm>
            <a:off x="8851752" y="3237420"/>
            <a:ext cx="1696175" cy="76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[y, -y]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[-y, 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214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5283-4F06-76A6-9CEC-45302982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4EB8FB-8C78-C184-7462-8ED423688549}"/>
              </a:ext>
            </a:extLst>
          </p:cNvPr>
          <p:cNvSpPr txBox="1"/>
          <p:nvPr/>
        </p:nvSpPr>
        <p:spPr>
          <a:xfrm>
            <a:off x="1122629" y="676746"/>
            <a:ext cx="40338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TransmissionLine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Class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B82518D-E53A-E7F4-5208-FDC3EA527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73573"/>
              </p:ext>
            </p:extLst>
          </p:nvPr>
        </p:nvGraphicFramePr>
        <p:xfrm>
          <a:off x="854955" y="1805047"/>
          <a:ext cx="5937250" cy="3247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098255990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1355377233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2467398236"/>
                    </a:ext>
                  </a:extLst>
                </a:gridCol>
              </a:tblGrid>
              <a:tr h="3373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Attribute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Type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Description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0256003"/>
                  </a:ext>
                </a:extLst>
              </a:tr>
              <a:tr h="33035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name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str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Line identifier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628870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bus1_name/bus2_name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str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Names of connected buses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6225073"/>
                  </a:ext>
                </a:extLst>
              </a:tr>
              <a:tr h="36213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Series resistance per-unit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7641626"/>
                  </a:ext>
                </a:extLst>
              </a:tr>
              <a:tr h="32130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x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Series reactance per-unit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4005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g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Shunt conductance per-unit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850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Shunt susceptance per-unit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5226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yseries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complex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Series admittance: 1/(r + jx)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4024377"/>
                  </a:ext>
                </a:extLst>
              </a:tr>
              <a:tr h="3667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yshunt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complex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Shunt admittance: g + </a:t>
                      </a:r>
                      <a:r>
                        <a:rPr lang="en-US" sz="1300" kern="100" dirty="0" err="1">
                          <a:effectLst/>
                        </a:rPr>
                        <a:t>jb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621512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C4C5B14-BEB1-CC53-BB11-6AE9A9495240}"/>
              </a:ext>
            </a:extLst>
          </p:cNvPr>
          <p:cNvSpPr txBox="1"/>
          <p:nvPr/>
        </p:nvSpPr>
        <p:spPr>
          <a:xfrm>
            <a:off x="7521167" y="2151127"/>
            <a:ext cx="36508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Method: </a:t>
            </a:r>
            <a:r>
              <a:rPr lang="en-US" b="1" dirty="0" err="1"/>
              <a:t>calc_yprim</a:t>
            </a:r>
            <a:r>
              <a:rPr lang="en-US" b="1" dirty="0"/>
              <a:t>()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Calculate primitive impedance of transmission lines following pi-model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D914CD-677E-8C6D-6A0D-36612E32FC0D}"/>
              </a:ext>
            </a:extLst>
          </p:cNvPr>
          <p:cNvSpPr txBox="1"/>
          <p:nvPr/>
        </p:nvSpPr>
        <p:spPr>
          <a:xfrm>
            <a:off x="7776926" y="3428999"/>
            <a:ext cx="2335794" cy="78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en-US" sz="1800" kern="1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y+ys</a:t>
            </a:r>
            <a:r>
              <a:rPr lang="en-US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/2, -y]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  [-y, </a:t>
            </a:r>
            <a:r>
              <a:rPr lang="en-US" sz="1800" kern="1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y+ys</a:t>
            </a:r>
            <a:r>
              <a:rPr lang="en-US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/2]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54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11FEC-8A11-4269-AFD8-A048149BE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DC972C-093A-EE30-0A1A-33695D4017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13772E-0806-8FAF-8D37-030B2A89C123}"/>
              </a:ext>
            </a:extLst>
          </p:cNvPr>
          <p:cNvSpPr txBox="1"/>
          <p:nvPr/>
        </p:nvSpPr>
        <p:spPr>
          <a:xfrm>
            <a:off x="1122629" y="676746"/>
            <a:ext cx="194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Load Class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82781A-1C86-60D2-FB08-383351B84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588333"/>
              </p:ext>
            </p:extLst>
          </p:nvPr>
        </p:nvGraphicFramePr>
        <p:xfrm>
          <a:off x="1036024" y="2128693"/>
          <a:ext cx="6315389" cy="26006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4679">
                  <a:extLst>
                    <a:ext uri="{9D8B030D-6E8A-4147-A177-3AD203B41FA5}">
                      <a16:colId xmlns:a16="http://schemas.microsoft.com/office/drawing/2014/main" val="3211929526"/>
                    </a:ext>
                  </a:extLst>
                </a:gridCol>
                <a:gridCol w="2105355">
                  <a:extLst>
                    <a:ext uri="{9D8B030D-6E8A-4147-A177-3AD203B41FA5}">
                      <a16:colId xmlns:a16="http://schemas.microsoft.com/office/drawing/2014/main" val="406066575"/>
                    </a:ext>
                  </a:extLst>
                </a:gridCol>
                <a:gridCol w="2105355">
                  <a:extLst>
                    <a:ext uri="{9D8B030D-6E8A-4147-A177-3AD203B41FA5}">
                      <a16:colId xmlns:a16="http://schemas.microsoft.com/office/drawing/2014/main" val="3826614688"/>
                    </a:ext>
                  </a:extLst>
                </a:gridCol>
              </a:tblGrid>
              <a:tr h="3673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Attribute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Type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Discription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9666535"/>
                  </a:ext>
                </a:extLst>
              </a:tr>
              <a:tr h="29711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name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str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Load identifier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4892809"/>
                  </a:ext>
                </a:extLst>
              </a:tr>
              <a:tr h="28230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bus1_name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str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Name of connected bus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3554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mw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Real power consumption in MW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27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mvar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Reactive power consumption in </a:t>
                      </a:r>
                      <a:r>
                        <a:rPr lang="en-US" sz="1300" kern="100" dirty="0" err="1">
                          <a:effectLst/>
                        </a:rPr>
                        <a:t>Mvar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8307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Per-unit real power (set by calc_p())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968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q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Per-unit reactive power (set by </a:t>
                      </a:r>
                      <a:r>
                        <a:rPr lang="en-US" sz="1300" kern="100" dirty="0" err="1">
                          <a:effectLst/>
                        </a:rPr>
                        <a:t>calc_q</a:t>
                      </a:r>
                      <a:r>
                        <a:rPr lang="en-US" sz="1300" kern="100" dirty="0">
                          <a:effectLst/>
                        </a:rPr>
                        <a:t>())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403808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148A843-3F14-FA94-C506-A2D85422442C}"/>
              </a:ext>
            </a:extLst>
          </p:cNvPr>
          <p:cNvSpPr txBox="1"/>
          <p:nvPr/>
        </p:nvSpPr>
        <p:spPr>
          <a:xfrm>
            <a:off x="7941995" y="2631250"/>
            <a:ext cx="3213981" cy="117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Methods: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calc_p</a:t>
            </a:r>
            <a:r>
              <a:rPr lang="en-US" sz="1800" dirty="0"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(settings)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calc_q</a:t>
            </a:r>
            <a:r>
              <a:rPr lang="en-US" sz="1800" dirty="0"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(settings)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52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1D7AD-BE58-81C6-7E56-689AF1A1D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6D8C83-3C5F-FD70-F2B9-5FCB2A7085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7D54B-23A7-5988-9F81-D908B13273B2}"/>
              </a:ext>
            </a:extLst>
          </p:cNvPr>
          <p:cNvSpPr txBox="1"/>
          <p:nvPr/>
        </p:nvSpPr>
        <p:spPr>
          <a:xfrm>
            <a:off x="1122629" y="676746"/>
            <a:ext cx="2860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Generator Class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2DCDDD-292B-4209-5368-493F9E493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556595"/>
              </p:ext>
            </p:extLst>
          </p:nvPr>
        </p:nvGraphicFramePr>
        <p:xfrm>
          <a:off x="706170" y="1938267"/>
          <a:ext cx="5937250" cy="32830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2697220991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2514474313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485857540"/>
                    </a:ext>
                  </a:extLst>
                </a:gridCol>
              </a:tblGrid>
              <a:tr h="4689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Attribute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Type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Description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6196960"/>
                  </a:ext>
                </a:extLst>
              </a:tr>
              <a:tr h="38929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name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str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Generator identifier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3565746"/>
                  </a:ext>
                </a:extLst>
              </a:tr>
              <a:tr h="35751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bus1_name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str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Name of connected bus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862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voltage_setpoint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Terminal voltage setpoint in per-unit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035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mw_setpoint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Real power output setpoint in MW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6169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Per-unit real power (set by calc_p())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8098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xpp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 (optional)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Subtransient reactance for fault analysis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9071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mva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float (optional)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Generator MVA rating for base conversion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634598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E477C73-E762-48B7-4A14-AB1CDEBE7234}"/>
              </a:ext>
            </a:extLst>
          </p:cNvPr>
          <p:cNvSpPr txBox="1"/>
          <p:nvPr/>
        </p:nvSpPr>
        <p:spPr>
          <a:xfrm>
            <a:off x="7494446" y="2504213"/>
            <a:ext cx="35598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Method: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calc_p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(settings)</a:t>
            </a:r>
          </a:p>
        </p:txBody>
      </p:sp>
    </p:spTree>
    <p:extLst>
      <p:ext uri="{BB962C8B-B14F-4D97-AF65-F5344CB8AC3E}">
        <p14:creationId xmlns:p14="http://schemas.microsoft.com/office/powerpoint/2010/main" val="199269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9EFB-88C8-9635-2E45-06A00987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CC67B1-31C3-56FD-995C-E443C90336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35E06-918E-7958-E9C0-979B400498D6}"/>
              </a:ext>
            </a:extLst>
          </p:cNvPr>
          <p:cNvSpPr txBox="1"/>
          <p:nvPr/>
        </p:nvSpPr>
        <p:spPr>
          <a:xfrm>
            <a:off x="1122629" y="676746"/>
            <a:ext cx="2482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Settings Class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D1E331-5707-087B-F8D1-4EB7114FA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279826"/>
              </p:ext>
            </p:extLst>
          </p:nvPr>
        </p:nvGraphicFramePr>
        <p:xfrm>
          <a:off x="3127375" y="2313206"/>
          <a:ext cx="5937250" cy="12916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320285849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2016404100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274627780"/>
                    </a:ext>
                  </a:extLst>
                </a:gridCol>
              </a:tblGrid>
              <a:tr h="4932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Attribute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Type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Description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8167282"/>
                  </a:ext>
                </a:extLst>
              </a:tr>
              <a:tr h="38495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freq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60 Hz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System frequency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3517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sbase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100 MVA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System base apparent power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6698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602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CCB6-2802-E2BC-1388-A097837D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D6A555-5726-E11E-37C9-C94D542F516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44860-BED8-5DFE-BE50-DD55C6FB5C9A}"/>
              </a:ext>
            </a:extLst>
          </p:cNvPr>
          <p:cNvSpPr txBox="1"/>
          <p:nvPr/>
        </p:nvSpPr>
        <p:spPr>
          <a:xfrm>
            <a:off x="838200" y="566989"/>
            <a:ext cx="2219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Circuit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D22AC-390E-11A1-C336-B43AF3528338}"/>
              </a:ext>
            </a:extLst>
          </p:cNvPr>
          <p:cNvSpPr txBox="1"/>
          <p:nvPr/>
        </p:nvSpPr>
        <p:spPr>
          <a:xfrm>
            <a:off x="1013988" y="1647731"/>
            <a:ext cx="902740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attributes: Dictionaries: buses, transformers, </a:t>
            </a:r>
            <a:r>
              <a:rPr lang="en-US" dirty="0" err="1"/>
              <a:t>transmission_lines</a:t>
            </a:r>
            <a:r>
              <a:rPr lang="en-US" dirty="0"/>
              <a:t>, generators, 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methods: </a:t>
            </a:r>
            <a:r>
              <a:rPr lang="en-US" dirty="0" err="1"/>
              <a:t>add_bus</a:t>
            </a:r>
            <a:r>
              <a:rPr lang="en-US" dirty="0"/>
              <a:t>, </a:t>
            </a:r>
            <a:r>
              <a:rPr lang="en-US" dirty="0" err="1"/>
              <a:t>add_transformer</a:t>
            </a:r>
            <a:r>
              <a:rPr lang="en-US" dirty="0"/>
              <a:t>, </a:t>
            </a:r>
            <a:r>
              <a:rPr lang="en-US" dirty="0" err="1"/>
              <a:t>add_transmission_line</a:t>
            </a:r>
            <a:r>
              <a:rPr lang="en-US" dirty="0"/>
              <a:t>, </a:t>
            </a:r>
            <a:r>
              <a:rPr lang="en-US" dirty="0" err="1"/>
              <a:t>add_generator</a:t>
            </a:r>
            <a:r>
              <a:rPr lang="en-US" dirty="0"/>
              <a:t>, </a:t>
            </a:r>
            <a:r>
              <a:rPr lang="en-US" dirty="0" err="1"/>
              <a:t>add_load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Method: </a:t>
            </a:r>
            <a:r>
              <a:rPr lang="en-US" dirty="0" err="1"/>
              <a:t>calc_ybus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Method: </a:t>
            </a:r>
            <a:r>
              <a:rPr lang="en-US" dirty="0" err="1"/>
              <a:t>calc_ybus_fault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Method: </a:t>
            </a:r>
            <a:r>
              <a:rPr lang="en-US" dirty="0" err="1"/>
              <a:t>calc_zbus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Method: </a:t>
            </a:r>
            <a:r>
              <a:rPr lang="en-US" dirty="0" err="1"/>
              <a:t>compute_power_injection</a:t>
            </a:r>
            <a:r>
              <a:rPr lang="en-US" dirty="0"/>
              <a:t>(bus, </a:t>
            </a:r>
            <a:r>
              <a:rPr lang="en-US" dirty="0" err="1"/>
              <a:t>ybus</a:t>
            </a:r>
            <a:r>
              <a:rPr lang="en-US" dirty="0"/>
              <a:t>, voltages)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Method: </a:t>
            </a:r>
            <a:r>
              <a:rPr lang="en-US" dirty="0" err="1"/>
              <a:t>compute_power_mismatch</a:t>
            </a:r>
            <a:r>
              <a:rPr lang="en-US" dirty="0"/>
              <a:t>(buses, </a:t>
            </a:r>
            <a:r>
              <a:rPr lang="en-US" dirty="0" err="1"/>
              <a:t>ybus</a:t>
            </a:r>
            <a:r>
              <a:rPr lang="en-US" dirty="0"/>
              <a:t>, voltages)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359AFD3-1E29-9881-CFB1-044771AF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665" y="3413534"/>
            <a:ext cx="3439005" cy="6763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0B9A824-5A0A-DD4C-7626-F5247F913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246" y="3515979"/>
            <a:ext cx="3515216" cy="609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CFB5DBF-BBB6-5C0B-B17B-51F89C264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114" y="4585870"/>
            <a:ext cx="1857634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4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E6E4C-88AD-D8F0-65A7-70D45519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6E416C-E415-C05A-2501-014D6FEBF3A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734E9-EBF1-3370-DEFD-82A2A333B812}"/>
              </a:ext>
            </a:extLst>
          </p:cNvPr>
          <p:cNvSpPr txBox="1"/>
          <p:nvPr/>
        </p:nvSpPr>
        <p:spPr>
          <a:xfrm>
            <a:off x="838200" y="309088"/>
            <a:ext cx="2596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Jacobian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C73B7-1FCC-554E-AEA2-D29247A249F4}"/>
              </a:ext>
            </a:extLst>
          </p:cNvPr>
          <p:cNvSpPr txBox="1"/>
          <p:nvPr/>
        </p:nvSpPr>
        <p:spPr>
          <a:xfrm>
            <a:off x="1692997" y="1067185"/>
            <a:ext cx="270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submatrices: J1, J2, J3, J4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884A4B-D721-09FE-1319-D8088C5BC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58" y="1502385"/>
            <a:ext cx="4383309" cy="36580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635910-DC39-2F5E-B88F-0B9D1ECEDA37}"/>
              </a:ext>
            </a:extLst>
          </p:cNvPr>
          <p:cNvSpPr txBox="1"/>
          <p:nvPr/>
        </p:nvSpPr>
        <p:spPr>
          <a:xfrm>
            <a:off x="617070" y="5226343"/>
            <a:ext cx="43241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Quantify how changes in voltages angles </a:t>
            </a:r>
            <a:br>
              <a:rPr lang="en-US" dirty="0"/>
            </a:br>
            <a:r>
              <a:rPr lang="en-US" dirty="0"/>
              <a:t>and magnitudes affect real and reactive </a:t>
            </a:r>
            <a:br>
              <a:rPr lang="en-US" dirty="0"/>
            </a:br>
            <a:r>
              <a:rPr lang="en-US" dirty="0"/>
              <a:t>power injections at each bus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7CBF35-00FF-61AA-4189-808982F34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236" y="1202951"/>
            <a:ext cx="4429212" cy="2278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358D9C-3FF5-530F-C2F9-821C84ECE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236" y="3661815"/>
            <a:ext cx="4429212" cy="279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01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B3F74-49CE-33A9-FEC4-866DC85C3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A07A94-5965-063F-B6DC-19629F0CE5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50E229-7C2C-411A-B2B8-5D131772A6E7}"/>
              </a:ext>
            </a:extLst>
          </p:cNvPr>
          <p:cNvSpPr txBox="1"/>
          <p:nvPr/>
        </p:nvSpPr>
        <p:spPr>
          <a:xfrm>
            <a:off x="615636" y="180620"/>
            <a:ext cx="2682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NRSolver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Class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D628C0-D181-6141-A958-144D0462C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77" y="1519622"/>
            <a:ext cx="2953162" cy="819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B78883-2B50-265C-72C6-FBD8658FD568}"/>
              </a:ext>
            </a:extLst>
          </p:cNvPr>
          <p:cNvSpPr txBox="1"/>
          <p:nvPr/>
        </p:nvSpPr>
        <p:spPr>
          <a:xfrm>
            <a:off x="687482" y="2413485"/>
            <a:ext cx="2673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Power Mismatch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21FDCB-A844-455E-E7FF-C0204B496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699" y="914843"/>
            <a:ext cx="3429479" cy="28483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7B0798-03F8-EABC-D8ED-960BEC7D3D4F}"/>
              </a:ext>
            </a:extLst>
          </p:cNvPr>
          <p:cNvSpPr txBox="1"/>
          <p:nvPr/>
        </p:nvSpPr>
        <p:spPr>
          <a:xfrm>
            <a:off x="4571489" y="3763216"/>
            <a:ext cx="2577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Jacobian Matrix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5B09CB-7801-79B9-7AA8-FDCDA0B9F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039" y="1519622"/>
            <a:ext cx="3610479" cy="8859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080AA3-F4C8-447C-CE33-21418E388996}"/>
              </a:ext>
            </a:extLst>
          </p:cNvPr>
          <p:cNvSpPr txBox="1"/>
          <p:nvPr/>
        </p:nvSpPr>
        <p:spPr>
          <a:xfrm>
            <a:off x="8833015" y="2664704"/>
            <a:ext cx="173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Solve for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654E74-4459-CE90-C67C-44BCE8D8C7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842" y="4519115"/>
            <a:ext cx="3791479" cy="10574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810AB8-4D68-D842-0A9E-F1A080B164D4}"/>
              </a:ext>
            </a:extLst>
          </p:cNvPr>
          <p:cNvSpPr txBox="1"/>
          <p:nvPr/>
        </p:nvSpPr>
        <p:spPr>
          <a:xfrm>
            <a:off x="1738790" y="5576538"/>
            <a:ext cx="2731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Update voltage magnitude </a:t>
            </a:r>
            <a:br>
              <a:rPr lang="en-US" dirty="0"/>
            </a:br>
            <a:r>
              <a:rPr lang="en-US" dirty="0"/>
              <a:t>and angle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F2D890-6EC9-1E54-B445-3A1E00BADA4E}"/>
              </a:ext>
            </a:extLst>
          </p:cNvPr>
          <p:cNvCxnSpPr/>
          <p:nvPr/>
        </p:nvCxnSpPr>
        <p:spPr>
          <a:xfrm>
            <a:off x="5214796" y="5423026"/>
            <a:ext cx="118600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E1D62DB-C5F3-73D5-B621-192FBBBFDC9D}"/>
              </a:ext>
            </a:extLst>
          </p:cNvPr>
          <p:cNvSpPr txBox="1"/>
          <p:nvPr/>
        </p:nvSpPr>
        <p:spPr>
          <a:xfrm>
            <a:off x="6822688" y="5238360"/>
            <a:ext cx="3239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Criteria (Tolerance)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01EAFC6-4D04-DB37-1799-C9BF9045FB8B}"/>
              </a:ext>
            </a:extLst>
          </p:cNvPr>
          <p:cNvSpPr/>
          <p:nvPr/>
        </p:nvSpPr>
        <p:spPr>
          <a:xfrm>
            <a:off x="615636" y="1032095"/>
            <a:ext cx="416459" cy="41292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9930FEE-33D3-744E-3203-F9613CF3D390}"/>
              </a:ext>
            </a:extLst>
          </p:cNvPr>
          <p:cNvSpPr/>
          <p:nvPr/>
        </p:nvSpPr>
        <p:spPr>
          <a:xfrm>
            <a:off x="4571489" y="412928"/>
            <a:ext cx="416459" cy="41292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AA2B8DD-C222-05A7-B2F8-5A57BA02137F}"/>
              </a:ext>
            </a:extLst>
          </p:cNvPr>
          <p:cNvSpPr/>
          <p:nvPr/>
        </p:nvSpPr>
        <p:spPr>
          <a:xfrm>
            <a:off x="8033843" y="893863"/>
            <a:ext cx="416459" cy="41292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BC0F9C3-81D3-603B-2F1A-94EE4E61304C}"/>
              </a:ext>
            </a:extLst>
          </p:cNvPr>
          <p:cNvSpPr/>
          <p:nvPr/>
        </p:nvSpPr>
        <p:spPr>
          <a:xfrm>
            <a:off x="1172628" y="4106187"/>
            <a:ext cx="416459" cy="41292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5073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84E0E-3987-4BE1-3BF7-220B0E126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253A52-03AD-1462-9107-9F25803655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5668C-16B6-79B0-FAD7-58ADDF25E3E8}"/>
              </a:ext>
            </a:extLst>
          </p:cNvPr>
          <p:cNvSpPr txBox="1"/>
          <p:nvPr/>
        </p:nvSpPr>
        <p:spPr>
          <a:xfrm>
            <a:off x="624689" y="289262"/>
            <a:ext cx="2682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NRSolver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73969-7A8D-2A37-07CC-43B12C1CD02E}"/>
              </a:ext>
            </a:extLst>
          </p:cNvPr>
          <p:cNvSpPr txBox="1"/>
          <p:nvPr/>
        </p:nvSpPr>
        <p:spPr>
          <a:xfrm>
            <a:off x="1136083" y="1366688"/>
            <a:ext cx="1255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Fault Mode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1D8E5-97EE-12F6-2385-CC0DE95BC99B}"/>
              </a:ext>
            </a:extLst>
          </p:cNvPr>
          <p:cNvSpPr txBox="1"/>
          <p:nvPr/>
        </p:nvSpPr>
        <p:spPr>
          <a:xfrm>
            <a:off x="1738388" y="2120029"/>
            <a:ext cx="86641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Specify Faulted 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Rebuild Ybus by adding </a:t>
            </a:r>
            <a:r>
              <a:rPr lang="en-US" dirty="0" err="1"/>
              <a:t>subtransient</a:t>
            </a:r>
            <a:r>
              <a:rPr lang="en-US" dirty="0"/>
              <a:t> impedance of generators to the diagonal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</a:t>
            </a:r>
            <a:r>
              <a:rPr lang="en-US" dirty="0" err="1"/>
              <a:t>Zbus</a:t>
            </a:r>
            <a:r>
              <a:rPr lang="en-US" dirty="0"/>
              <a:t> by inversing new </a:t>
            </a:r>
            <a:r>
              <a:rPr lang="en-US" dirty="0" err="1"/>
              <a:t>Ybus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fault current and post-fault voltages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0D8694-014E-E4D1-A6DB-CA7940915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622" y="3693442"/>
            <a:ext cx="2198658" cy="8838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13CB75-E476-A23B-7974-E63C6C74B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738" y="3693442"/>
            <a:ext cx="1327401" cy="84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02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0963-51C4-E193-291E-77691894F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174F9B-A6AE-1647-964A-D2288347896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D51F36-E4D8-B27E-40C2-A58097B2CA84}"/>
              </a:ext>
            </a:extLst>
          </p:cNvPr>
          <p:cNvSpPr txBox="1"/>
          <p:nvPr/>
        </p:nvSpPr>
        <p:spPr>
          <a:xfrm>
            <a:off x="624689" y="289262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SensAna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16C39-A2C6-46BC-6DA8-1AF22B148F4F}"/>
              </a:ext>
            </a:extLst>
          </p:cNvPr>
          <p:cNvSpPr txBox="1"/>
          <p:nvPr/>
        </p:nvSpPr>
        <p:spPr>
          <a:xfrm>
            <a:off x="914399" y="1300235"/>
            <a:ext cx="9385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Analyze sensitivity of the system -&gt; enable fast prediction of voltage magnitude and angle changes</a:t>
            </a:r>
            <a:br>
              <a:rPr lang="en-US" dirty="0"/>
            </a:br>
            <a:r>
              <a:rPr lang="en-US" dirty="0"/>
              <a:t>when appear a small load perturbation.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82376-AC4E-2159-9753-7C5819F87ADE}"/>
              </a:ext>
            </a:extLst>
          </p:cNvPr>
          <p:cNvSpPr txBox="1"/>
          <p:nvPr/>
        </p:nvSpPr>
        <p:spPr>
          <a:xfrm>
            <a:off x="1811109" y="2116120"/>
            <a:ext cx="42848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</a:t>
            </a:r>
            <a:r>
              <a:rPr lang="en-US" dirty="0" err="1"/>
              <a:t>NRSolver</a:t>
            </a:r>
            <a:r>
              <a:rPr lang="en-US" dirty="0"/>
              <a:t> to get converged Jacobian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small load perturbation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voltage magnitudes and angles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Validate with </a:t>
            </a:r>
            <a:r>
              <a:rPr lang="en-US" dirty="0" err="1"/>
              <a:t>PowerWorld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55FC3-34B8-FA5F-B648-2266DC33D3B8}"/>
              </a:ext>
            </a:extLst>
          </p:cNvPr>
          <p:cNvSpPr txBox="1"/>
          <p:nvPr/>
        </p:nvSpPr>
        <p:spPr>
          <a:xfrm>
            <a:off x="838200" y="3530851"/>
            <a:ext cx="4549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Difference between </a:t>
            </a:r>
            <a:r>
              <a:rPr lang="en-US" dirty="0" err="1"/>
              <a:t>NRSolver</a:t>
            </a:r>
            <a:r>
              <a:rPr lang="en-US" dirty="0"/>
              <a:t> and </a:t>
            </a:r>
            <a:r>
              <a:rPr lang="en-US" dirty="0" err="1"/>
              <a:t>SensAna</a:t>
            </a:r>
            <a:r>
              <a:rPr lang="en-US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A7FDFC-F6FC-36F7-91D1-9796CD3190DB}"/>
              </a:ext>
            </a:extLst>
          </p:cNvPr>
          <p:cNvSpPr txBox="1"/>
          <p:nvPr/>
        </p:nvSpPr>
        <p:spPr>
          <a:xfrm>
            <a:off x="1811109" y="4141715"/>
            <a:ext cx="7532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NRSolver</a:t>
            </a:r>
            <a:r>
              <a:rPr lang="en-US" dirty="0"/>
              <a:t> compute J at every iteration, </a:t>
            </a:r>
            <a:r>
              <a:rPr lang="en-US" dirty="0" err="1"/>
              <a:t>SensAna</a:t>
            </a:r>
            <a:r>
              <a:rPr lang="en-US" dirty="0"/>
              <a:t> uses the converged 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NRSolver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cs typeface="Times New Roman" panose="02020603050405020304" pitchFamily="18" charset="0"/>
              </a:rPr>
              <a:t>Q are iterated until less than tolerance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In </a:t>
            </a:r>
            <a:r>
              <a:rPr lang="en-US" dirty="0" err="1">
                <a:cs typeface="Times New Roman" panose="02020603050405020304" pitchFamily="18" charset="0"/>
              </a:rPr>
              <a:t>SensAna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cs typeface="Times New Roman" panose="02020603050405020304" pitchFamily="18" charset="0"/>
              </a:rPr>
              <a:t>Q are intentional </a:t>
            </a:r>
            <a:r>
              <a:rPr lang="en-US" dirty="0" err="1">
                <a:cs typeface="Times New Roman" panose="02020603050405020304" pitchFamily="18" charset="0"/>
              </a:rPr>
              <a:t>purterbations</a:t>
            </a:r>
            <a:r>
              <a:rPr lang="en-US" dirty="0">
                <a:cs typeface="Times New Roman" panose="02020603050405020304" pitchFamily="18" charset="0"/>
              </a:rPr>
              <a:t> and only applied once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14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4D095-72AA-86A3-7400-8EE9DF8B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2AD70B-A768-C2E2-61B8-E7B742D59D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A99C85-C76D-8A46-E3AE-2F3E0E2E5359}"/>
              </a:ext>
            </a:extLst>
          </p:cNvPr>
          <p:cNvSpPr txBox="1"/>
          <p:nvPr/>
        </p:nvSpPr>
        <p:spPr>
          <a:xfrm>
            <a:off x="747666" y="122810"/>
            <a:ext cx="28902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R	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4CD8A-B09D-322E-43AC-5803A24EEEC2}"/>
              </a:ext>
            </a:extLst>
          </p:cNvPr>
          <p:cNvSpPr txBox="1"/>
          <p:nvPr/>
        </p:nvSpPr>
        <p:spPr>
          <a:xfrm>
            <a:off x="902997" y="1067860"/>
            <a:ext cx="3388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PowerWorld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2BA8D-D8F4-6578-3A9B-E1D53C3BC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960" y="1794507"/>
            <a:ext cx="6142080" cy="399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43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5497-BAFD-7F1D-D67A-F91D40DA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A6F66-3D27-67D6-D605-2FE1D3D024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61EE20-4714-651C-B5A6-020E4D2441F1}"/>
              </a:ext>
            </a:extLst>
          </p:cNvPr>
          <p:cNvSpPr txBox="1"/>
          <p:nvPr/>
        </p:nvSpPr>
        <p:spPr>
          <a:xfrm>
            <a:off x="838200" y="524652"/>
            <a:ext cx="34965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Power Flow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0B9978-C8C4-6EA7-F40D-2C7978680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768777"/>
              </p:ext>
            </p:extLst>
          </p:nvPr>
        </p:nvGraphicFramePr>
        <p:xfrm>
          <a:off x="2960370" y="1713397"/>
          <a:ext cx="6271260" cy="35919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1215">
                  <a:extLst>
                    <a:ext uri="{9D8B030D-6E8A-4147-A177-3AD203B41FA5}">
                      <a16:colId xmlns:a16="http://schemas.microsoft.com/office/drawing/2014/main" val="338723262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156022867"/>
                    </a:ext>
                  </a:extLst>
                </a:gridCol>
                <a:gridCol w="831215">
                  <a:extLst>
                    <a:ext uri="{9D8B030D-6E8A-4147-A177-3AD203B41FA5}">
                      <a16:colId xmlns:a16="http://schemas.microsoft.com/office/drawing/2014/main" val="2929920186"/>
                    </a:ext>
                  </a:extLst>
                </a:gridCol>
                <a:gridCol w="831215">
                  <a:extLst>
                    <a:ext uri="{9D8B030D-6E8A-4147-A177-3AD203B41FA5}">
                      <a16:colId xmlns:a16="http://schemas.microsoft.com/office/drawing/2014/main" val="2651854959"/>
                    </a:ext>
                  </a:extLst>
                </a:gridCol>
                <a:gridCol w="831215">
                  <a:extLst>
                    <a:ext uri="{9D8B030D-6E8A-4147-A177-3AD203B41FA5}">
                      <a16:colId xmlns:a16="http://schemas.microsoft.com/office/drawing/2014/main" val="2497107778"/>
                    </a:ext>
                  </a:extLst>
                </a:gridCol>
                <a:gridCol w="831215">
                  <a:extLst>
                    <a:ext uri="{9D8B030D-6E8A-4147-A177-3AD203B41FA5}">
                      <a16:colId xmlns:a16="http://schemas.microsoft.com/office/drawing/2014/main" val="1355023468"/>
                    </a:ext>
                  </a:extLst>
                </a:gridCol>
                <a:gridCol w="831215">
                  <a:extLst>
                    <a:ext uri="{9D8B030D-6E8A-4147-A177-3AD203B41FA5}">
                      <a16:colId xmlns:a16="http://schemas.microsoft.com/office/drawing/2014/main" val="1158011139"/>
                    </a:ext>
                  </a:extLst>
                </a:gridCol>
                <a:gridCol w="732155">
                  <a:extLst>
                    <a:ext uri="{9D8B030D-6E8A-4147-A177-3AD203B41FA5}">
                      <a16:colId xmlns:a16="http://schemas.microsoft.com/office/drawing/2014/main" val="1110721417"/>
                    </a:ext>
                  </a:extLst>
                </a:gridCol>
              </a:tblGrid>
              <a:tr h="42784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Bus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Type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Python Simulator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PowerWorld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Error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440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V (pu)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δ (deg)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V (pu)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δ (deg)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|ΔV| (pu)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|Δδ| (deg)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386720"/>
                  </a:ext>
                </a:extLst>
              </a:tr>
              <a:tr h="4239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Slack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1.00000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1.00000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8094248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2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PQ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0.97444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-4.4027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0.97444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-4.4000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0.0027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2353724"/>
                  </a:ext>
                </a:extLst>
              </a:tr>
              <a:tr h="4164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3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PQ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0.96682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-5.5168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0.96682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-5.5200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0.0032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6525715"/>
                  </a:ext>
                </a:extLst>
              </a:tr>
              <a:tr h="4074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4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PQ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0.97137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-4.5789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0.97137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-4.5800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0.0011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8434846"/>
                  </a:ext>
                </a:extLst>
              </a:tr>
              <a:tr h="3802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PQ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0.96839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-5.1480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0.96839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-5.1500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0.0020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4336726"/>
                  </a:ext>
                </a:extLst>
              </a:tr>
              <a:tr h="3530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PQ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0.97661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-3.8369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0.97661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-3.8400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0.0031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2150203"/>
                  </a:ext>
                </a:extLst>
              </a:tr>
              <a:tr h="3440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PV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1.00000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2.2186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1.00000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2.2200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0.0014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6795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238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F07C-8145-8B1F-ADEA-8A53F9AD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7A9D70-7FA3-B9E5-B79E-53B923E5FA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9E001-EA66-33C2-0E2B-27EAB17444CF}"/>
              </a:ext>
            </a:extLst>
          </p:cNvPr>
          <p:cNvSpPr txBox="1"/>
          <p:nvPr/>
        </p:nvSpPr>
        <p:spPr>
          <a:xfrm>
            <a:off x="838200" y="388850"/>
            <a:ext cx="3544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Ybus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Matrix Results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0A521C-718C-0B30-0671-C050EFB73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735982"/>
              </p:ext>
            </p:extLst>
          </p:nvPr>
        </p:nvGraphicFramePr>
        <p:xfrm>
          <a:off x="1052464" y="1362475"/>
          <a:ext cx="10087071" cy="4545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388">
                  <a:extLst>
                    <a:ext uri="{9D8B030D-6E8A-4147-A177-3AD203B41FA5}">
                      <a16:colId xmlns:a16="http://schemas.microsoft.com/office/drawing/2014/main" val="3304223441"/>
                    </a:ext>
                  </a:extLst>
                </a:gridCol>
                <a:gridCol w="1209371">
                  <a:extLst>
                    <a:ext uri="{9D8B030D-6E8A-4147-A177-3AD203B41FA5}">
                      <a16:colId xmlns:a16="http://schemas.microsoft.com/office/drawing/2014/main" val="3982149473"/>
                    </a:ext>
                  </a:extLst>
                </a:gridCol>
                <a:gridCol w="1240655">
                  <a:extLst>
                    <a:ext uri="{9D8B030D-6E8A-4147-A177-3AD203B41FA5}">
                      <a16:colId xmlns:a16="http://schemas.microsoft.com/office/drawing/2014/main" val="4146819934"/>
                    </a:ext>
                  </a:extLst>
                </a:gridCol>
                <a:gridCol w="1197504">
                  <a:extLst>
                    <a:ext uri="{9D8B030D-6E8A-4147-A177-3AD203B41FA5}">
                      <a16:colId xmlns:a16="http://schemas.microsoft.com/office/drawing/2014/main" val="1162531505"/>
                    </a:ext>
                  </a:extLst>
                </a:gridCol>
                <a:gridCol w="1248207">
                  <a:extLst>
                    <a:ext uri="{9D8B030D-6E8A-4147-A177-3AD203B41FA5}">
                      <a16:colId xmlns:a16="http://schemas.microsoft.com/office/drawing/2014/main" val="842756783"/>
                    </a:ext>
                  </a:extLst>
                </a:gridCol>
                <a:gridCol w="1206133">
                  <a:extLst>
                    <a:ext uri="{9D8B030D-6E8A-4147-A177-3AD203B41FA5}">
                      <a16:colId xmlns:a16="http://schemas.microsoft.com/office/drawing/2014/main" val="4054588066"/>
                    </a:ext>
                  </a:extLst>
                </a:gridCol>
                <a:gridCol w="1240655">
                  <a:extLst>
                    <a:ext uri="{9D8B030D-6E8A-4147-A177-3AD203B41FA5}">
                      <a16:colId xmlns:a16="http://schemas.microsoft.com/office/drawing/2014/main" val="445947665"/>
                    </a:ext>
                  </a:extLst>
                </a:gridCol>
                <a:gridCol w="1220158">
                  <a:extLst>
                    <a:ext uri="{9D8B030D-6E8A-4147-A177-3AD203B41FA5}">
                      <a16:colId xmlns:a16="http://schemas.microsoft.com/office/drawing/2014/main" val="2562504248"/>
                    </a:ext>
                  </a:extLst>
                </a:gridCol>
              </a:tblGrid>
              <a:tr h="3214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Bus 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Bus 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Bus 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Bus 4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Bus 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Bus 6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Bus 7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/>
                </a:tc>
                <a:extLst>
                  <a:ext uri="{0D108BD9-81ED-4DB2-BD59-A6C34878D82A}">
                    <a16:rowId xmlns:a16="http://schemas.microsoft.com/office/drawing/2014/main" val="3298349092"/>
                  </a:ext>
                </a:extLst>
              </a:tr>
              <a:tr h="2948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1 PY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1.46 -14.64j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-1.46 + 14.64j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327345"/>
                  </a:ext>
                </a:extLst>
              </a:tr>
              <a:tr h="3064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1 PW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1.46 - j14.65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-1.46 + j14.65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193321"/>
                  </a:ext>
                </a:extLst>
              </a:tr>
              <a:tr h="3064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2 PY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-1.46 + 14.64j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23.59 - 155.58j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-6.31 + 40.33j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-15.80 + 100.84j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944374"/>
                  </a:ext>
                </a:extLst>
              </a:tr>
              <a:tr h="3064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2 PW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-1.46 + j14.65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23.59 - j155.58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-6.32 + j40.33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-15.81 + j100.85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772632"/>
                  </a:ext>
                </a:extLst>
              </a:tr>
              <a:tr h="3064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3 PY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-6.31 + 40.33j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14.21 - 90.43j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-7.89 + 50.41j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48477"/>
                  </a:ext>
                </a:extLst>
              </a:tr>
              <a:tr h="3064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3 PW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-6.32  + j40.33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14.21  - j90.43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-7.90  + j50.42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834289"/>
                  </a:ext>
                </a:extLst>
              </a:tr>
              <a:tr h="3066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4 PY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-15.80 + 100.84j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42.14 - 268.67j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-10.52 + 67.22j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-15.80 + 100.84j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746926"/>
                  </a:ext>
                </a:extLst>
              </a:tr>
              <a:tr h="2806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4 PW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-15.81 + j100.85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42.14 - j268.67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-10.53 + j67.22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-15.81 + j100.85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15921"/>
                  </a:ext>
                </a:extLst>
              </a:tr>
              <a:tr h="3064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5 PY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-7.89 + 50.41j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-10.52 + 67.22j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22.93 - 145.95j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-4.51 + 28.80j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329671"/>
                  </a:ext>
                </a:extLst>
              </a:tr>
              <a:tr h="3064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5 PW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-7.90 + j50.42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-10.53 + j67.22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22.94 - j145.95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-4.51 + j28.81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763572"/>
                  </a:ext>
                </a:extLst>
              </a:tr>
              <a:tr h="3015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6 PY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-15.80 + 100.84j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-4.51 + 28.80j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21.9 - 148.31j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-1.57 + 18.97j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69318"/>
                  </a:ext>
                </a:extLst>
              </a:tr>
              <a:tr h="2987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6 PW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-15.81 + j100.85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-4.51 + j28.81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21.90 - j148.31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-1.58 + j18.97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947054"/>
                  </a:ext>
                </a:extLst>
              </a:tr>
              <a:tr h="2897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7 PY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-1.57 + 18.97j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1.57 - 18.97j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814856"/>
                  </a:ext>
                </a:extLst>
              </a:tr>
              <a:tr h="3064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Bus 7 PW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-1.58 + j18.97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1.58 - j18.97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73" marR="44273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925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079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B7092-DF9B-14BF-CEA9-FDDDF014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79829A-9989-6F71-E4C1-E16DEF7A55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5E3946-2B8A-9341-3133-C549CE43641F}"/>
              </a:ext>
            </a:extLst>
          </p:cNvPr>
          <p:cNvSpPr txBox="1"/>
          <p:nvPr/>
        </p:nvSpPr>
        <p:spPr>
          <a:xfrm>
            <a:off x="838200" y="388850"/>
            <a:ext cx="4595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Fault Analysis Test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020B8D-B3D6-2C86-7B5E-E9E29AD56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643810"/>
              </p:ext>
            </p:extLst>
          </p:nvPr>
        </p:nvGraphicFramePr>
        <p:xfrm>
          <a:off x="3135944" y="2751523"/>
          <a:ext cx="5480050" cy="22459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0545">
                  <a:extLst>
                    <a:ext uri="{9D8B030D-6E8A-4147-A177-3AD203B41FA5}">
                      <a16:colId xmlns:a16="http://schemas.microsoft.com/office/drawing/2014/main" val="3481079671"/>
                    </a:ext>
                  </a:extLst>
                </a:gridCol>
                <a:gridCol w="2129790">
                  <a:extLst>
                    <a:ext uri="{9D8B030D-6E8A-4147-A177-3AD203B41FA5}">
                      <a16:colId xmlns:a16="http://schemas.microsoft.com/office/drawing/2014/main" val="222883319"/>
                    </a:ext>
                  </a:extLst>
                </a:gridCol>
                <a:gridCol w="1529715">
                  <a:extLst>
                    <a:ext uri="{9D8B030D-6E8A-4147-A177-3AD203B41FA5}">
                      <a16:colId xmlns:a16="http://schemas.microsoft.com/office/drawing/2014/main" val="3215522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V_fault</a:t>
                      </a:r>
                      <a:r>
                        <a:rPr lang="en-US" sz="1300" kern="100" dirty="0">
                          <a:effectLst/>
                        </a:rPr>
                        <a:t> (</a:t>
                      </a:r>
                      <a:r>
                        <a:rPr lang="en-US" sz="1300" kern="100" dirty="0" err="1">
                          <a:effectLst/>
                        </a:rPr>
                        <a:t>pu</a:t>
                      </a:r>
                      <a:r>
                        <a:rPr lang="en-US" sz="1300" kern="100" dirty="0">
                          <a:effectLst/>
                        </a:rPr>
                        <a:t>) (Python)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V_fault</a:t>
                      </a:r>
                      <a:r>
                        <a:rPr lang="en-US" sz="1300" kern="100" dirty="0">
                          <a:effectLst/>
                        </a:rPr>
                        <a:t> (</a:t>
                      </a:r>
                      <a:r>
                        <a:rPr lang="en-US" sz="1300" kern="100" dirty="0" err="1">
                          <a:effectLst/>
                        </a:rPr>
                        <a:t>pu</a:t>
                      </a:r>
                      <a:r>
                        <a:rPr lang="en-US" sz="1300" kern="100" dirty="0">
                          <a:effectLst/>
                        </a:rPr>
                        <a:t>) (</a:t>
                      </a:r>
                      <a:r>
                        <a:rPr lang="en-US" sz="1300" kern="100" dirty="0" err="1">
                          <a:effectLst/>
                        </a:rPr>
                        <a:t>PowerWorld</a:t>
                      </a:r>
                      <a:r>
                        <a:rPr lang="en-US" sz="1300" kern="100" dirty="0">
                          <a:effectLst/>
                        </a:rPr>
                        <a:t>)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Error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529828"/>
                  </a:ext>
                </a:extLst>
              </a:tr>
              <a:tr h="293452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dirty="0">
                          <a:solidFill>
                            <a:schemeClr val="tx1"/>
                          </a:solidFill>
                          <a:effectLst/>
                        </a:rPr>
                        <a:t>0.3619</a:t>
                      </a:r>
                      <a:endParaRPr lang="en-US" sz="13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0.37847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0.0166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1831933"/>
                  </a:ext>
                </a:extLst>
              </a:tr>
              <a:tr h="262550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dirty="0">
                          <a:solidFill>
                            <a:schemeClr val="tx1"/>
                          </a:solidFill>
                          <a:effectLst/>
                        </a:rPr>
                        <a:t>0.0000</a:t>
                      </a:r>
                      <a:endParaRPr lang="en-US" sz="13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0.00000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0.0000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7639337"/>
                  </a:ext>
                </a:extLst>
              </a:tr>
              <a:tr h="262551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dirty="0">
                          <a:solidFill>
                            <a:schemeClr val="tx1"/>
                          </a:solidFill>
                          <a:effectLst/>
                        </a:rPr>
                        <a:t>0.0260</a:t>
                      </a:r>
                      <a:endParaRPr lang="en-US" sz="13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0.02611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426449"/>
                  </a:ext>
                </a:extLst>
              </a:tr>
              <a:tr h="262550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dirty="0">
                          <a:solidFill>
                            <a:schemeClr val="tx1"/>
                          </a:solidFill>
                          <a:effectLst/>
                        </a:rPr>
                        <a:t>0.0544</a:t>
                      </a:r>
                      <a:endParaRPr lang="en-US" sz="13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0.04521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0.0092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5445406"/>
                  </a:ext>
                </a:extLst>
              </a:tr>
              <a:tr h="244444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dirty="0">
                          <a:solidFill>
                            <a:schemeClr val="tx1"/>
                          </a:solidFill>
                          <a:effectLst/>
                        </a:rPr>
                        <a:t>0.0528</a:t>
                      </a:r>
                      <a:endParaRPr lang="en-US" sz="13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0.04721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0.0092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8530790"/>
                  </a:ext>
                </a:extLst>
              </a:tr>
              <a:tr h="246567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dirty="0">
                          <a:solidFill>
                            <a:schemeClr val="tx1"/>
                          </a:solidFill>
                          <a:effectLst/>
                        </a:rPr>
                        <a:t>0.1121</a:t>
                      </a:r>
                      <a:endParaRPr lang="en-US" sz="13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0.08938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0.0227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6196795"/>
                  </a:ext>
                </a:extLst>
              </a:tr>
              <a:tr h="260427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100" dirty="0">
                          <a:solidFill>
                            <a:schemeClr val="tx1"/>
                          </a:solidFill>
                          <a:effectLst/>
                        </a:rPr>
                        <a:t>0.5270</a:t>
                      </a:r>
                      <a:endParaRPr lang="en-US" sz="13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0.38919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0.1378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6884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BDC47A-D4FD-8BC0-95AC-835ECB7870BD}"/>
              </a:ext>
            </a:extLst>
          </p:cNvPr>
          <p:cNvSpPr txBox="1"/>
          <p:nvPr/>
        </p:nvSpPr>
        <p:spPr>
          <a:xfrm>
            <a:off x="1810693" y="1539408"/>
            <a:ext cx="351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I_fault</a:t>
            </a:r>
            <a:r>
              <a:rPr lang="en-US" dirty="0"/>
              <a:t> – Python: 11.689 </a:t>
            </a:r>
            <a:r>
              <a:rPr lang="en-US" dirty="0" err="1"/>
              <a:t>pu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I_fault</a:t>
            </a:r>
            <a:r>
              <a:rPr lang="en-US" dirty="0"/>
              <a:t> – </a:t>
            </a:r>
            <a:r>
              <a:rPr lang="en-US" dirty="0" err="1"/>
              <a:t>PowerWorld</a:t>
            </a:r>
            <a:r>
              <a:rPr lang="en-US" dirty="0"/>
              <a:t>: 11.234 </a:t>
            </a:r>
            <a:r>
              <a:rPr lang="en-US" dirty="0" err="1"/>
              <a:t>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066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BCAA8-07CC-4895-5616-86F22444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4C5DBD-8B96-3A31-A19F-A25F36DA13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09CEF5-5A1C-88E4-E33A-920679B8C321}"/>
              </a:ext>
            </a:extLst>
          </p:cNvPr>
          <p:cNvSpPr txBox="1"/>
          <p:nvPr/>
        </p:nvSpPr>
        <p:spPr>
          <a:xfrm>
            <a:off x="838200" y="234941"/>
            <a:ext cx="3929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Jacobian Submatrix J1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BCA962-02BB-F099-2FBA-9296B23C7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440301"/>
              </p:ext>
            </p:extLst>
          </p:nvPr>
        </p:nvGraphicFramePr>
        <p:xfrm>
          <a:off x="1843056" y="1372953"/>
          <a:ext cx="8505887" cy="45732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4476">
                  <a:extLst>
                    <a:ext uri="{9D8B030D-6E8A-4147-A177-3AD203B41FA5}">
                      <a16:colId xmlns:a16="http://schemas.microsoft.com/office/drawing/2014/main" val="1937357450"/>
                    </a:ext>
                  </a:extLst>
                </a:gridCol>
                <a:gridCol w="1214476">
                  <a:extLst>
                    <a:ext uri="{9D8B030D-6E8A-4147-A177-3AD203B41FA5}">
                      <a16:colId xmlns:a16="http://schemas.microsoft.com/office/drawing/2014/main" val="192684581"/>
                    </a:ext>
                  </a:extLst>
                </a:gridCol>
                <a:gridCol w="1215387">
                  <a:extLst>
                    <a:ext uri="{9D8B030D-6E8A-4147-A177-3AD203B41FA5}">
                      <a16:colId xmlns:a16="http://schemas.microsoft.com/office/drawing/2014/main" val="1887588446"/>
                    </a:ext>
                  </a:extLst>
                </a:gridCol>
                <a:gridCol w="1215387">
                  <a:extLst>
                    <a:ext uri="{9D8B030D-6E8A-4147-A177-3AD203B41FA5}">
                      <a16:colId xmlns:a16="http://schemas.microsoft.com/office/drawing/2014/main" val="593633976"/>
                    </a:ext>
                  </a:extLst>
                </a:gridCol>
                <a:gridCol w="1215387">
                  <a:extLst>
                    <a:ext uri="{9D8B030D-6E8A-4147-A177-3AD203B41FA5}">
                      <a16:colId xmlns:a16="http://schemas.microsoft.com/office/drawing/2014/main" val="1139348494"/>
                    </a:ext>
                  </a:extLst>
                </a:gridCol>
                <a:gridCol w="1215387">
                  <a:extLst>
                    <a:ext uri="{9D8B030D-6E8A-4147-A177-3AD203B41FA5}">
                      <a16:colId xmlns:a16="http://schemas.microsoft.com/office/drawing/2014/main" val="2379499569"/>
                    </a:ext>
                  </a:extLst>
                </a:gridCol>
                <a:gridCol w="1215387">
                  <a:extLst>
                    <a:ext uri="{9D8B030D-6E8A-4147-A177-3AD203B41FA5}">
                      <a16:colId xmlns:a16="http://schemas.microsoft.com/office/drawing/2014/main" val="1799472673"/>
                    </a:ext>
                  </a:extLst>
                </a:gridCol>
              </a:tblGrid>
              <a:tr h="3901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2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3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5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6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7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extLst>
                  <a:ext uri="{0D108BD9-81ED-4DB2-BD59-A6C34878D82A}">
                    <a16:rowId xmlns:a16="http://schemas.microsoft.com/office/drawing/2014/main" val="809844033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2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147.73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-38.1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-95.5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437181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2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147.73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-38.11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-95.50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361469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3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-37.87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85.03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-47.15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02181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3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-37.87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85.03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-47.15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5445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4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-95.41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254.21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-63.33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-95.47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142397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4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-95.41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254.21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-63.33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-95.47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68023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5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-47.25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-63.13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137.52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-27.14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049579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5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-47.25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-63.13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137.52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-27.14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607607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6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-95.85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-27.33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141.45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-18.26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54798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6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-95.86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-27.34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141.45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-18.26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15434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7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-18.58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18.58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249397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7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-18.59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18.59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386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63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A2AC-4D38-8C4F-2951-B6A5BF61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521AFF-84B9-2086-4BF4-388A3BAB3FD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D0EB5B-180B-B4A4-0055-9F278C012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869818"/>
              </p:ext>
            </p:extLst>
          </p:nvPr>
        </p:nvGraphicFramePr>
        <p:xfrm>
          <a:off x="1516456" y="1354847"/>
          <a:ext cx="9159088" cy="45846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6188">
                  <a:extLst>
                    <a:ext uri="{9D8B030D-6E8A-4147-A177-3AD203B41FA5}">
                      <a16:colId xmlns:a16="http://schemas.microsoft.com/office/drawing/2014/main" val="1590393476"/>
                    </a:ext>
                  </a:extLst>
                </a:gridCol>
                <a:gridCol w="1526188">
                  <a:extLst>
                    <a:ext uri="{9D8B030D-6E8A-4147-A177-3AD203B41FA5}">
                      <a16:colId xmlns:a16="http://schemas.microsoft.com/office/drawing/2014/main" val="3297924854"/>
                    </a:ext>
                  </a:extLst>
                </a:gridCol>
                <a:gridCol w="1526188">
                  <a:extLst>
                    <a:ext uri="{9D8B030D-6E8A-4147-A177-3AD203B41FA5}">
                      <a16:colId xmlns:a16="http://schemas.microsoft.com/office/drawing/2014/main" val="2460813687"/>
                    </a:ext>
                  </a:extLst>
                </a:gridCol>
                <a:gridCol w="1526188">
                  <a:extLst>
                    <a:ext uri="{9D8B030D-6E8A-4147-A177-3AD203B41FA5}">
                      <a16:colId xmlns:a16="http://schemas.microsoft.com/office/drawing/2014/main" val="1059508339"/>
                    </a:ext>
                  </a:extLst>
                </a:gridCol>
                <a:gridCol w="1527168">
                  <a:extLst>
                    <a:ext uri="{9D8B030D-6E8A-4147-A177-3AD203B41FA5}">
                      <a16:colId xmlns:a16="http://schemas.microsoft.com/office/drawing/2014/main" val="2326403762"/>
                    </a:ext>
                  </a:extLst>
                </a:gridCol>
                <a:gridCol w="1527168">
                  <a:extLst>
                    <a:ext uri="{9D8B030D-6E8A-4147-A177-3AD203B41FA5}">
                      <a16:colId xmlns:a16="http://schemas.microsoft.com/office/drawing/2014/main" val="1585437212"/>
                    </a:ext>
                  </a:extLst>
                </a:gridCol>
              </a:tblGrid>
              <a:tr h="4015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Bus 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3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5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Bus 6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/>
                </a:tc>
                <a:extLst>
                  <a:ext uri="{0D108BD9-81ED-4DB2-BD59-A6C34878D82A}">
                    <a16:rowId xmlns:a16="http://schemas.microsoft.com/office/drawing/2014/main" val="3847639635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2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22.98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-5.39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-15.10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145635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2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22.99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-5.39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-15.10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633692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3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-6.86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12.60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-7.95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631057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3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-6.87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12.60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-7.95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89819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4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-15.66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39.91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-9.58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-16.62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100421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4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-15.66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39.91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-9.58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-16.62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520831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5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-7.33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-10.84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21.18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-5.00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319051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5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-7.33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-10.84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21.18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-5.01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188278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6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-14.16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-3.76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21.39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949586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6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-14.16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-3.76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21.39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379626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7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0.43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267238"/>
                  </a:ext>
                </a:extLst>
              </a:tr>
              <a:tr h="3485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7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0.43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60" marR="5836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4476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775178-AB11-7528-3300-FD7A80F30D21}"/>
              </a:ext>
            </a:extLst>
          </p:cNvPr>
          <p:cNvSpPr txBox="1"/>
          <p:nvPr/>
        </p:nvSpPr>
        <p:spPr>
          <a:xfrm>
            <a:off x="838200" y="234941"/>
            <a:ext cx="3929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Jacobian Submatrix J2</a:t>
            </a:r>
          </a:p>
        </p:txBody>
      </p:sp>
    </p:spTree>
    <p:extLst>
      <p:ext uri="{BB962C8B-B14F-4D97-AF65-F5344CB8AC3E}">
        <p14:creationId xmlns:p14="http://schemas.microsoft.com/office/powerpoint/2010/main" val="415991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0B08B-B326-F5B7-F246-D4AD6FAD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02FAD9-2F45-C771-028C-A5B445FB15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E73021-FF1B-D36E-FBA5-8E5026F6CA19}"/>
              </a:ext>
            </a:extLst>
          </p:cNvPr>
          <p:cNvSpPr txBox="1"/>
          <p:nvPr/>
        </p:nvSpPr>
        <p:spPr>
          <a:xfrm>
            <a:off x="838200" y="234941"/>
            <a:ext cx="3929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Jacobian Submatrix J3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AB953D-8CB6-6A53-45D6-E074448D3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248533"/>
              </p:ext>
            </p:extLst>
          </p:nvPr>
        </p:nvGraphicFramePr>
        <p:xfrm>
          <a:off x="2481105" y="1332302"/>
          <a:ext cx="7229790" cy="41933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275">
                  <a:extLst>
                    <a:ext uri="{9D8B030D-6E8A-4147-A177-3AD203B41FA5}">
                      <a16:colId xmlns:a16="http://schemas.microsoft.com/office/drawing/2014/main" val="3755902020"/>
                    </a:ext>
                  </a:extLst>
                </a:gridCol>
                <a:gridCol w="1032275">
                  <a:extLst>
                    <a:ext uri="{9D8B030D-6E8A-4147-A177-3AD203B41FA5}">
                      <a16:colId xmlns:a16="http://schemas.microsoft.com/office/drawing/2014/main" val="250207054"/>
                    </a:ext>
                  </a:extLst>
                </a:gridCol>
                <a:gridCol w="1033048">
                  <a:extLst>
                    <a:ext uri="{9D8B030D-6E8A-4147-A177-3AD203B41FA5}">
                      <a16:colId xmlns:a16="http://schemas.microsoft.com/office/drawing/2014/main" val="4118879119"/>
                    </a:ext>
                  </a:extLst>
                </a:gridCol>
                <a:gridCol w="1033048">
                  <a:extLst>
                    <a:ext uri="{9D8B030D-6E8A-4147-A177-3AD203B41FA5}">
                      <a16:colId xmlns:a16="http://schemas.microsoft.com/office/drawing/2014/main" val="1093433981"/>
                    </a:ext>
                  </a:extLst>
                </a:gridCol>
                <a:gridCol w="1033048">
                  <a:extLst>
                    <a:ext uri="{9D8B030D-6E8A-4147-A177-3AD203B41FA5}">
                      <a16:colId xmlns:a16="http://schemas.microsoft.com/office/drawing/2014/main" val="1530657832"/>
                    </a:ext>
                  </a:extLst>
                </a:gridCol>
                <a:gridCol w="1033048">
                  <a:extLst>
                    <a:ext uri="{9D8B030D-6E8A-4147-A177-3AD203B41FA5}">
                      <a16:colId xmlns:a16="http://schemas.microsoft.com/office/drawing/2014/main" val="1978174099"/>
                    </a:ext>
                  </a:extLst>
                </a:gridCol>
                <a:gridCol w="1033048">
                  <a:extLst>
                    <a:ext uri="{9D8B030D-6E8A-4147-A177-3AD203B41FA5}">
                      <a16:colId xmlns:a16="http://schemas.microsoft.com/office/drawing/2014/main" val="1318110686"/>
                    </a:ext>
                  </a:extLst>
                </a:gridCol>
              </a:tblGrid>
              <a:tr h="4634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 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2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Bus 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4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5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6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7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7355883"/>
                  </a:ext>
                </a:extLst>
              </a:tr>
              <a:tr h="389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2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-22.40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5.21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14.67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841945"/>
                  </a:ext>
                </a:extLst>
              </a:tr>
              <a:tr h="3892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2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-22.40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5.21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14.67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52174"/>
                  </a:ext>
                </a:extLst>
              </a:tr>
              <a:tr h="3802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3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6.69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-14.38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7.70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080297"/>
                  </a:ext>
                </a:extLst>
              </a:tr>
              <a:tr h="4164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3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6.69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-14.39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7.70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97493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4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15.25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-40.76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9.27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16.23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190433"/>
                  </a:ext>
                </a:extLst>
              </a:tr>
              <a:tr h="3802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4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15.26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-40.76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9.27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16.23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659345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5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7.08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10.53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-22.51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4.89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74500"/>
                  </a:ext>
                </a:extLst>
              </a:tr>
              <a:tr h="3530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5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7.09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10.53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-22.51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4.89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09123"/>
                  </a:ext>
                </a:extLst>
              </a:tr>
              <a:tr h="3259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6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13.75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3.64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-20.89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3.49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53514"/>
                  </a:ext>
                </a:extLst>
              </a:tr>
              <a:tr h="3530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6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13.76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3.64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-20.89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3.49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54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454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3431-88A3-D765-1DC7-0FA2D507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16B26C-218D-7463-B853-D1C55F7BCB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73CC54-F334-3F22-6AE5-14DF2956C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763237"/>
              </p:ext>
            </p:extLst>
          </p:nvPr>
        </p:nvGraphicFramePr>
        <p:xfrm>
          <a:off x="2476578" y="1256733"/>
          <a:ext cx="7238844" cy="4682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6216">
                  <a:extLst>
                    <a:ext uri="{9D8B030D-6E8A-4147-A177-3AD203B41FA5}">
                      <a16:colId xmlns:a16="http://schemas.microsoft.com/office/drawing/2014/main" val="1017384175"/>
                    </a:ext>
                  </a:extLst>
                </a:gridCol>
                <a:gridCol w="1206216">
                  <a:extLst>
                    <a:ext uri="{9D8B030D-6E8A-4147-A177-3AD203B41FA5}">
                      <a16:colId xmlns:a16="http://schemas.microsoft.com/office/drawing/2014/main" val="1381962196"/>
                    </a:ext>
                  </a:extLst>
                </a:gridCol>
                <a:gridCol w="1206216">
                  <a:extLst>
                    <a:ext uri="{9D8B030D-6E8A-4147-A177-3AD203B41FA5}">
                      <a16:colId xmlns:a16="http://schemas.microsoft.com/office/drawing/2014/main" val="2365639109"/>
                    </a:ext>
                  </a:extLst>
                </a:gridCol>
                <a:gridCol w="1206216">
                  <a:extLst>
                    <a:ext uri="{9D8B030D-6E8A-4147-A177-3AD203B41FA5}">
                      <a16:colId xmlns:a16="http://schemas.microsoft.com/office/drawing/2014/main" val="681194269"/>
                    </a:ext>
                  </a:extLst>
                </a:gridCol>
                <a:gridCol w="1206990">
                  <a:extLst>
                    <a:ext uri="{9D8B030D-6E8A-4147-A177-3AD203B41FA5}">
                      <a16:colId xmlns:a16="http://schemas.microsoft.com/office/drawing/2014/main" val="2481757525"/>
                    </a:ext>
                  </a:extLst>
                </a:gridCol>
                <a:gridCol w="1206990">
                  <a:extLst>
                    <a:ext uri="{9D8B030D-6E8A-4147-A177-3AD203B41FA5}">
                      <a16:colId xmlns:a16="http://schemas.microsoft.com/office/drawing/2014/main" val="4006484712"/>
                    </a:ext>
                  </a:extLst>
                </a:gridCol>
              </a:tblGrid>
              <a:tr h="4543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2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3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4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5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Bus 6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1957393"/>
                  </a:ext>
                </a:extLst>
              </a:tr>
              <a:tr h="4255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2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151.61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-39.41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-98.32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637579"/>
                  </a:ext>
                </a:extLst>
              </a:tr>
              <a:tr h="4164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2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151.61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-39.41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-98.32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054995"/>
                  </a:ext>
                </a:extLst>
              </a:tr>
              <a:tr h="4164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3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-38.87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86.91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-48.69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712304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3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-38.87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86.91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-48.69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507891"/>
                  </a:ext>
                </a:extLst>
              </a:tr>
              <a:tr h="4436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4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-97.91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260.26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-65.39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-97.75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28624"/>
                  </a:ext>
                </a:extLst>
              </a:tr>
              <a:tr h="4164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4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-97.91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260.26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-65.40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-97.75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907175"/>
                  </a:ext>
                </a:extLst>
              </a:tr>
              <a:tr h="4345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5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-48.87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-64.99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140.67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-27.79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97698"/>
                  </a:ext>
                </a:extLst>
              </a:tr>
              <a:tr h="4255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5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-48.87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-64.99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140.67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-27.79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282299"/>
                  </a:ext>
                </a:extLst>
              </a:tr>
              <a:tr h="4164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6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-98.68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-28.23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144.84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628013"/>
                  </a:ext>
                </a:extLst>
              </a:tr>
              <a:tr h="4074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6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-98.68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-28.23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144.84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7685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6C7B751-282C-A8B2-199D-E22450F54A06}"/>
              </a:ext>
            </a:extLst>
          </p:cNvPr>
          <p:cNvSpPr txBox="1"/>
          <p:nvPr/>
        </p:nvSpPr>
        <p:spPr>
          <a:xfrm>
            <a:off x="838200" y="234941"/>
            <a:ext cx="3929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Jacobian Submatrix J4</a:t>
            </a:r>
          </a:p>
        </p:txBody>
      </p:sp>
    </p:spTree>
    <p:extLst>
      <p:ext uri="{BB962C8B-B14F-4D97-AF65-F5344CB8AC3E}">
        <p14:creationId xmlns:p14="http://schemas.microsoft.com/office/powerpoint/2010/main" val="2002184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31B35-EBE6-7B0E-082B-10D967C3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F28D0C-03FE-3F1A-68B2-8922934A96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D8C6F5-E4E9-643F-5E61-9963F9E57869}"/>
              </a:ext>
            </a:extLst>
          </p:cNvPr>
          <p:cNvSpPr txBox="1"/>
          <p:nvPr/>
        </p:nvSpPr>
        <p:spPr>
          <a:xfrm>
            <a:off x="838200" y="234941"/>
            <a:ext cx="4843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Sensitivity Analysis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2655D6-0A4B-892F-609A-7927D302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792802"/>
              </p:ext>
            </p:extLst>
          </p:nvPr>
        </p:nvGraphicFramePr>
        <p:xfrm>
          <a:off x="2589948" y="1354540"/>
          <a:ext cx="7012104" cy="4325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4242">
                  <a:extLst>
                    <a:ext uri="{9D8B030D-6E8A-4147-A177-3AD203B41FA5}">
                      <a16:colId xmlns:a16="http://schemas.microsoft.com/office/drawing/2014/main" val="4022757667"/>
                    </a:ext>
                  </a:extLst>
                </a:gridCol>
                <a:gridCol w="1389900">
                  <a:extLst>
                    <a:ext uri="{9D8B030D-6E8A-4147-A177-3AD203B41FA5}">
                      <a16:colId xmlns:a16="http://schemas.microsoft.com/office/drawing/2014/main" val="1593137713"/>
                    </a:ext>
                  </a:extLst>
                </a:gridCol>
                <a:gridCol w="1460426">
                  <a:extLst>
                    <a:ext uri="{9D8B030D-6E8A-4147-A177-3AD203B41FA5}">
                      <a16:colId xmlns:a16="http://schemas.microsoft.com/office/drawing/2014/main" val="489222258"/>
                    </a:ext>
                  </a:extLst>
                </a:gridCol>
                <a:gridCol w="1347110">
                  <a:extLst>
                    <a:ext uri="{9D8B030D-6E8A-4147-A177-3AD203B41FA5}">
                      <a16:colId xmlns:a16="http://schemas.microsoft.com/office/drawing/2014/main" val="3244063771"/>
                    </a:ext>
                  </a:extLst>
                </a:gridCol>
                <a:gridCol w="1460426">
                  <a:extLst>
                    <a:ext uri="{9D8B030D-6E8A-4147-A177-3AD203B41FA5}">
                      <a16:colId xmlns:a16="http://schemas.microsoft.com/office/drawing/2014/main" val="986405824"/>
                    </a:ext>
                  </a:extLst>
                </a:gridCol>
              </a:tblGrid>
              <a:tr h="38893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P sensitivity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Q sensitivity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δP sensitivity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δQ sensitivity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093978168"/>
                  </a:ext>
                </a:extLst>
              </a:tr>
              <a:tr h="3624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2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0.0083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0.0377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0.0712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-0.0004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468732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2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0.00006708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0.00037609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0.00071045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0.00001268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893647"/>
                  </a:ext>
                </a:extLst>
              </a:tr>
              <a:tr h="3417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3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0.0107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0.0518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0.0876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-0.0008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43896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3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0.000106724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0.00051755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0.00087609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-0.00000831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58015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4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0.0081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0.0374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0.0752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-0.0000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208856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4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0.00006930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0.00037405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>
                          <a:effectLst/>
                        </a:rPr>
                        <a:t>0.00075003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0.00000837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326380"/>
                  </a:ext>
                </a:extLst>
              </a:tr>
              <a:tr h="314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5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0.0090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0.0420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0.0798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27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5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0.00008486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0.00041988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0.00079637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0.00000310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81662"/>
                  </a:ext>
                </a:extLst>
              </a:tr>
              <a:tr h="2955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6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0.0073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0.0336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0.0761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-0.0004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55665"/>
                  </a:ext>
                </a:extLst>
              </a:tr>
              <a:tr h="3232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6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0.00005389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0.00033597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0.00075630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0.00000597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558315"/>
                  </a:ext>
                </a:extLst>
              </a:tr>
              <a:tr h="314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7 (PY)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0.0760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-0.0012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854331"/>
                  </a:ext>
                </a:extLst>
              </a:tr>
              <a:tr h="314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solidFill>
                            <a:schemeClr val="tx1"/>
                          </a:solidFill>
                          <a:effectLst/>
                        </a:rPr>
                        <a:t>Bus 7 (PW)</a:t>
                      </a:r>
                      <a:endParaRPr lang="en-US" sz="13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0.00074194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-</a:t>
                      </a:r>
                      <a:endParaRPr lang="en-US" sz="13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122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315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04780-C559-CDAC-F01B-88B46BC23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8E762F-8CD1-10F0-7350-E72963C16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063581"/>
              </p:ext>
            </p:extLst>
          </p:nvPr>
        </p:nvGraphicFramePr>
        <p:xfrm>
          <a:off x="2789382" y="1186547"/>
          <a:ext cx="6613236" cy="52330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4861">
                  <a:extLst>
                    <a:ext uri="{9D8B030D-6E8A-4147-A177-3AD203B41FA5}">
                      <a16:colId xmlns:a16="http://schemas.microsoft.com/office/drawing/2014/main" val="1543342493"/>
                    </a:ext>
                  </a:extLst>
                </a:gridCol>
                <a:gridCol w="2424432">
                  <a:extLst>
                    <a:ext uri="{9D8B030D-6E8A-4147-A177-3AD203B41FA5}">
                      <a16:colId xmlns:a16="http://schemas.microsoft.com/office/drawing/2014/main" val="3935701693"/>
                    </a:ext>
                  </a:extLst>
                </a:gridCol>
                <a:gridCol w="2503943">
                  <a:extLst>
                    <a:ext uri="{9D8B030D-6E8A-4147-A177-3AD203B41FA5}">
                      <a16:colId xmlns:a16="http://schemas.microsoft.com/office/drawing/2014/main" val="204901757"/>
                    </a:ext>
                  </a:extLst>
                </a:gridCol>
              </a:tblGrid>
              <a:tr h="3029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V_new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δ_new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extLst>
                  <a:ext uri="{0D108BD9-81ED-4DB2-BD59-A6C34878D82A}">
                    <a16:rowId xmlns:a16="http://schemas.microsoft.com/office/drawing/2014/main" val="3855815670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1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1.0000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0.0000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242861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1 (PW) 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1.00000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0.0000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48739"/>
                  </a:ext>
                </a:extLst>
              </a:tr>
              <a:tr h="117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Error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extLst>
                  <a:ext uri="{0D108BD9-81ED-4DB2-BD59-A6C34878D82A}">
                    <a16:rowId xmlns:a16="http://schemas.microsoft.com/office/drawing/2014/main" val="1408897081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2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0.9746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-4.3212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69003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2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0.9743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-4.48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055951"/>
                  </a:ext>
                </a:extLst>
              </a:tr>
              <a:tr h="117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Error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0.0003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0.1588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extLst>
                  <a:ext uri="{0D108BD9-81ED-4DB2-BD59-A6C34878D82A}">
                    <a16:rowId xmlns:a16="http://schemas.microsoft.com/office/drawing/2014/main" val="2484985073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3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0.9670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-5.4164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359142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3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0.9666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-5.62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42924"/>
                  </a:ext>
                </a:extLst>
              </a:tr>
              <a:tr h="117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Error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0.2036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extLst>
                  <a:ext uri="{0D108BD9-81ED-4DB2-BD59-A6C34878D82A}">
                    <a16:rowId xmlns:a16="http://schemas.microsoft.com/office/drawing/2014/main" val="1845324943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4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0.9715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-4.4927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364395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4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0.9712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-4.66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437634"/>
                  </a:ext>
                </a:extLst>
              </a:tr>
              <a:tr h="117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Error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0.0003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0.1673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extLst>
                  <a:ext uri="{0D108BD9-81ED-4DB2-BD59-A6C34878D82A}">
                    <a16:rowId xmlns:a16="http://schemas.microsoft.com/office/drawing/2014/main" val="1614303324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5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0.9686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-5.0566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670953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5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0.9682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-5.24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620143"/>
                  </a:ext>
                </a:extLst>
              </a:tr>
              <a:tr h="117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Error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0.1834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extLst>
                  <a:ext uri="{0D108BD9-81ED-4DB2-BD59-A6C34878D82A}">
                    <a16:rowId xmlns:a16="http://schemas.microsoft.com/office/drawing/2014/main" val="1597292490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6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0.9768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-3.7496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213234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6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0.9765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-3.92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555087"/>
                  </a:ext>
                </a:extLst>
              </a:tr>
              <a:tr h="117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Error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0.0003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0.1704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extLst>
                  <a:ext uri="{0D108BD9-81ED-4DB2-BD59-A6C34878D82A}">
                    <a16:rowId xmlns:a16="http://schemas.microsoft.com/office/drawing/2014/main" val="1138881093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7 (PY)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1.0000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2.3057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71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663595"/>
                  </a:ext>
                </a:extLst>
              </a:tr>
              <a:tr h="2436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Bus 7 (PW)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1.00002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2.13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96428"/>
                  </a:ext>
                </a:extLst>
              </a:tr>
              <a:tr h="117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Error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0.00002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0.1757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787" marR="40787" marT="0" marB="0" anchor="ctr"/>
                </a:tc>
                <a:extLst>
                  <a:ext uri="{0D108BD9-81ED-4DB2-BD59-A6C34878D82A}">
                    <a16:rowId xmlns:a16="http://schemas.microsoft.com/office/drawing/2014/main" val="4511860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0E9ACC-3A5B-8CA8-1601-FF662C0E4572}"/>
              </a:ext>
            </a:extLst>
          </p:cNvPr>
          <p:cNvSpPr txBox="1"/>
          <p:nvPr/>
        </p:nvSpPr>
        <p:spPr>
          <a:xfrm>
            <a:off x="838200" y="234941"/>
            <a:ext cx="42923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Small Load Perturbation</a:t>
            </a:r>
          </a:p>
        </p:txBody>
      </p:sp>
    </p:spTree>
    <p:extLst>
      <p:ext uri="{BB962C8B-B14F-4D97-AF65-F5344CB8AC3E}">
        <p14:creationId xmlns:p14="http://schemas.microsoft.com/office/powerpoint/2010/main" val="3538789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5608-C783-EA28-1B99-6E318807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7E254-6452-F1A2-1EA6-E5D3CE46D544}"/>
              </a:ext>
            </a:extLst>
          </p:cNvPr>
          <p:cNvSpPr txBox="1"/>
          <p:nvPr/>
        </p:nvSpPr>
        <p:spPr>
          <a:xfrm>
            <a:off x="747666" y="122810"/>
            <a:ext cx="44258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31A7A-FCFE-2D9A-D49D-BCD4D004E732}"/>
              </a:ext>
            </a:extLst>
          </p:cNvPr>
          <p:cNvSpPr txBox="1"/>
          <p:nvPr/>
        </p:nvSpPr>
        <p:spPr>
          <a:xfrm>
            <a:off x="1233368" y="1764144"/>
            <a:ext cx="1001126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successfully implemented a complete Python-based power system analysis simulator.</a:t>
            </a:r>
            <a:br>
              <a:rPr lang="en-US" dirty="0"/>
            </a:br>
            <a:r>
              <a:rPr lang="en-US" dirty="0"/>
              <a:t>Overall, the Python Power System Simulator produces results that are in strong agreement with </a:t>
            </a:r>
            <a:br>
              <a:rPr lang="en-US" dirty="0"/>
            </a:br>
            <a:r>
              <a:rPr lang="en-US" dirty="0" err="1"/>
              <a:t>PowerWorld</a:t>
            </a:r>
            <a:r>
              <a:rPr lang="en-US" dirty="0"/>
              <a:t> Simulator across all three analysis modes.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results between Python Simulator matched with the results in </a:t>
            </a:r>
            <a:r>
              <a:rPr lang="en-US" dirty="0" err="1"/>
              <a:t>PowerWorld</a:t>
            </a:r>
            <a:r>
              <a:rPr lang="en-US" dirty="0"/>
              <a:t> including: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Newton-Raphson Power Flow Results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Jacobian Matrix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Small Load Perturbation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three-phase symmetrical fault results has small difference between Python Simulator and </a:t>
            </a:r>
            <a:br>
              <a:rPr lang="en-US" dirty="0"/>
            </a:br>
            <a:r>
              <a:rPr lang="en-US" dirty="0" err="1"/>
              <a:t>PowerWorld</a:t>
            </a:r>
            <a:r>
              <a:rPr lang="en-US" dirty="0"/>
              <a:t> as </a:t>
            </a:r>
            <a:r>
              <a:rPr lang="en-US" dirty="0" err="1"/>
              <a:t>PowerWorld</a:t>
            </a:r>
            <a:r>
              <a:rPr lang="en-US" dirty="0"/>
              <a:t> uses the actual pre-fault voltage, while Python Simulator use the default </a:t>
            </a:r>
            <a:br>
              <a:rPr lang="en-US" dirty="0"/>
            </a:br>
            <a:r>
              <a:rPr lang="en-US" dirty="0"/>
              <a:t>voltage </a:t>
            </a:r>
            <a:r>
              <a:rPr lang="en-US" dirty="0" err="1"/>
              <a:t>vf</a:t>
            </a:r>
            <a:r>
              <a:rPr lang="en-US" dirty="0"/>
              <a:t> = 1.0pu.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Sensitivity Analysis, Python Simulator and </a:t>
            </a:r>
            <a:r>
              <a:rPr lang="en-US" dirty="0" err="1"/>
              <a:t>PowerWorld</a:t>
            </a:r>
            <a:r>
              <a:rPr lang="en-US" dirty="0"/>
              <a:t> use different approaches to compute </a:t>
            </a:r>
            <a:br>
              <a:rPr lang="en-US" dirty="0"/>
            </a:br>
            <a:r>
              <a:rPr lang="en-US" dirty="0"/>
              <a:t>sensitivity, so the results may differ slightly. However, since both the Jacobian matrix and its inverse </a:t>
            </a:r>
            <a:br>
              <a:rPr lang="en-US" dirty="0"/>
            </a:br>
            <a:r>
              <a:rPr lang="en-US" dirty="0"/>
              <a:t>match exactly between the two simulators, the Python simulator is confirmed to be working correctly.</a:t>
            </a:r>
          </a:p>
        </p:txBody>
      </p:sp>
    </p:spTree>
    <p:extLst>
      <p:ext uri="{BB962C8B-B14F-4D97-AF65-F5344CB8AC3E}">
        <p14:creationId xmlns:p14="http://schemas.microsoft.com/office/powerpoint/2010/main" val="1263710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33377-A69C-2715-36F9-EFAF6247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22AE12-1611-520A-9C3B-D1918C7EC6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Slide Title for Accessibility 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FBF8F1-AB40-E820-99D3-EF1AE45A9DAC}"/>
              </a:ext>
            </a:extLst>
          </p:cNvPr>
          <p:cNvSpPr txBox="1"/>
          <p:nvPr/>
        </p:nvSpPr>
        <p:spPr>
          <a:xfrm>
            <a:off x="3963878" y="2413337"/>
            <a:ext cx="42642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4577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75787B"/>
      </a:dk2>
      <a:lt2>
        <a:srgbClr val="E7E6E6"/>
      </a:lt2>
      <a:accent1>
        <a:srgbClr val="003493"/>
      </a:accent1>
      <a:accent2>
        <a:srgbClr val="FFB81C"/>
      </a:accent2>
      <a:accent3>
        <a:srgbClr val="B87333"/>
      </a:accent3>
      <a:accent4>
        <a:srgbClr val="D6E3E8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ef9f489-e0a0-4eeb-87cc-3a526112fd0d}" enabled="0" method="" siteId="{9ef9f489-e0a0-4eeb-87cc-3a526112fd0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39592</TotalTime>
  <Words>2607</Words>
  <Application>Microsoft Office PowerPoint</Application>
  <PresentationFormat>Widescreen</PresentationFormat>
  <Paragraphs>986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Courier New</vt:lpstr>
      <vt:lpstr>Times New Roman</vt:lpstr>
      <vt:lpstr>Wingdings</vt:lpstr>
      <vt:lpstr>Office Theme</vt:lpstr>
      <vt:lpstr>Slide Title for Accessibility 01</vt:lpstr>
      <vt:lpstr>Slide Title for Accessibility 09</vt:lpstr>
      <vt:lpstr>Slide Title for Accessibility 21</vt:lpstr>
      <vt:lpstr>Slide Title for Accessibility 21</vt:lpstr>
      <vt:lpstr>Slide Title for Accessibility 21</vt:lpstr>
      <vt:lpstr>Slide Title for Accessibility 21</vt:lpstr>
      <vt:lpstr>PowerPoint Presentation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Slide Title for Accessibility 21</vt:lpstr>
      <vt:lpstr>PowerPoint Presentation</vt:lpstr>
      <vt:lpstr>PowerPoint Presentation</vt:lpstr>
      <vt:lpstr>Slide Title for Accessibility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Beresh, Zachary</dc:creator>
  <cp:lastModifiedBy>Truong, Trinh</cp:lastModifiedBy>
  <cp:revision>198</cp:revision>
  <dcterms:created xsi:type="dcterms:W3CDTF">2023-04-18T08:30:07Z</dcterms:created>
  <dcterms:modified xsi:type="dcterms:W3CDTF">2026-05-01T03:31:45Z</dcterms:modified>
</cp:coreProperties>
</file>